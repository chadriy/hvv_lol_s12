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56" r:id="rId3"/>
  </p:sldIdLst>
  <p:sldSz cx="51198780" cy="5119878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156" userDrawn="1">
          <p15:clr>
            <a:srgbClr val="A4A3A4"/>
          </p15:clr>
        </p15:guide>
        <p15:guide id="2" pos="161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  <a:srgbClr val="F8CDAC"/>
    <a:srgbClr val="A6A6A6"/>
    <a:srgbClr val="0080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16156"/>
        <p:guide pos="1612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400210" y="8379767"/>
            <a:ext cx="38401259" cy="17826257"/>
          </a:xfrm>
        </p:spPr>
        <p:txBody>
          <a:bodyPr anchor="b"/>
          <a:lstStyle>
            <a:lvl1pPr algn="ctr"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6400210" y="26893472"/>
            <a:ext cx="38401259" cy="12362221"/>
          </a:xfrm>
        </p:spPr>
        <p:txBody>
          <a:bodyPr/>
          <a:lstStyle>
            <a:lvl1pPr marL="0" indent="0" algn="ctr">
              <a:buNone/>
              <a:defRPr sz="13440"/>
            </a:lvl1pPr>
            <a:lvl2pPr marL="2560320" indent="0" algn="ctr">
              <a:buNone/>
              <a:defRPr sz="11200"/>
            </a:lvl2pPr>
            <a:lvl3pPr marL="5120640" indent="0" algn="ctr">
              <a:buNone/>
              <a:defRPr sz="10085"/>
            </a:lvl3pPr>
            <a:lvl4pPr marL="7680960" indent="0" algn="ctr">
              <a:buNone/>
              <a:defRPr sz="8960"/>
            </a:lvl4pPr>
            <a:lvl5pPr marL="10239375" indent="0" algn="ctr">
              <a:buNone/>
              <a:defRPr sz="8960"/>
            </a:lvl5pPr>
            <a:lvl6pPr marL="12799695" indent="0" algn="ctr">
              <a:buNone/>
              <a:defRPr sz="8960"/>
            </a:lvl6pPr>
            <a:lvl7pPr marL="15360015" indent="0" algn="ctr">
              <a:buNone/>
              <a:defRPr sz="8960"/>
            </a:lvl7pPr>
            <a:lvl8pPr marL="17921605" indent="0" algn="ctr">
              <a:buNone/>
              <a:defRPr sz="8960"/>
            </a:lvl8pPr>
            <a:lvl9pPr marL="20481925" indent="0" algn="ctr">
              <a:buNone/>
              <a:defRPr sz="896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493448" y="12765215"/>
            <a:ext cx="44161447" cy="21299054"/>
          </a:xfrm>
        </p:spPr>
        <p:txBody>
          <a:bodyPr anchor="b"/>
          <a:lstStyle>
            <a:lvl1pPr>
              <a:defRPr sz="336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493448" y="34265767"/>
            <a:ext cx="44161447" cy="11200669"/>
          </a:xfrm>
        </p:spPr>
        <p:txBody>
          <a:bodyPr/>
          <a:lstStyle>
            <a:lvl1pPr marL="0" indent="0">
              <a:buNone/>
              <a:defRPr sz="13440">
                <a:solidFill>
                  <a:schemeClr val="tx1">
                    <a:tint val="75000"/>
                  </a:schemeClr>
                </a:solidFill>
              </a:defRPr>
            </a:lvl1pPr>
            <a:lvl2pPr marL="2560320" indent="0">
              <a:buNone/>
              <a:defRPr sz="11200">
                <a:solidFill>
                  <a:schemeClr val="tx1">
                    <a:tint val="75000"/>
                  </a:schemeClr>
                </a:solidFill>
              </a:defRPr>
            </a:lvl2pPr>
            <a:lvl3pPr marL="5120640" indent="0">
              <a:buNone/>
              <a:defRPr sz="10085">
                <a:solidFill>
                  <a:schemeClr val="tx1">
                    <a:tint val="75000"/>
                  </a:schemeClr>
                </a:solidFill>
              </a:defRPr>
            </a:lvl3pPr>
            <a:lvl4pPr marL="7680960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4pPr>
            <a:lvl5pPr marL="1023937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5pPr>
            <a:lvl6pPr marL="1279969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6pPr>
            <a:lvl7pPr marL="1536001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7pPr>
            <a:lvl8pPr marL="1792160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8pPr>
            <a:lvl9pPr marL="20481925" indent="0">
              <a:buNone/>
              <a:defRPr sz="89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520115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25920850" y="13630449"/>
            <a:ext cx="21760713" cy="32487882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2726090"/>
            <a:ext cx="44161447" cy="9896895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6784" y="12551869"/>
            <a:ext cx="21660708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3526784" y="18703346"/>
            <a:ext cx="21660708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25920850" y="12551869"/>
            <a:ext cx="21767382" cy="6151477"/>
          </a:xfrm>
        </p:spPr>
        <p:txBody>
          <a:bodyPr anchor="b"/>
          <a:lstStyle>
            <a:lvl1pPr marL="0" indent="0">
              <a:buNone/>
              <a:defRPr sz="13440" b="1"/>
            </a:lvl1pPr>
            <a:lvl2pPr marL="2560320" indent="0">
              <a:buNone/>
              <a:defRPr sz="11200" b="1"/>
            </a:lvl2pPr>
            <a:lvl3pPr marL="5120640" indent="0">
              <a:buNone/>
              <a:defRPr sz="10085" b="1"/>
            </a:lvl3pPr>
            <a:lvl4pPr marL="7680960" indent="0">
              <a:buNone/>
              <a:defRPr sz="8960" b="1"/>
            </a:lvl4pPr>
            <a:lvl5pPr marL="10239375" indent="0">
              <a:buNone/>
              <a:defRPr sz="8960" b="1"/>
            </a:lvl5pPr>
            <a:lvl6pPr marL="12799695" indent="0">
              <a:buNone/>
              <a:defRPr sz="8960" b="1"/>
            </a:lvl6pPr>
            <a:lvl7pPr marL="15360015" indent="0">
              <a:buNone/>
              <a:defRPr sz="8960" b="1"/>
            </a:lvl7pPr>
            <a:lvl8pPr marL="17921605" indent="0">
              <a:buNone/>
              <a:defRPr sz="8960" b="1"/>
            </a:lvl8pPr>
            <a:lvl9pPr marL="20481925" indent="0">
              <a:buNone/>
              <a:defRPr sz="896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25920850" y="18703346"/>
            <a:ext cx="21767382" cy="27509805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>
              <a:defRPr sz="17920"/>
            </a:lvl1pPr>
            <a:lvl2pPr>
              <a:defRPr sz="15680"/>
            </a:lvl2pPr>
            <a:lvl3pPr>
              <a:defRPr sz="13440"/>
            </a:lvl3pPr>
            <a:lvl4pPr>
              <a:defRPr sz="11200"/>
            </a:lvl4pPr>
            <a:lvl5pPr>
              <a:defRPr sz="11200"/>
            </a:lvl5pPr>
            <a:lvl6pPr>
              <a:defRPr sz="11200"/>
            </a:lvl6pPr>
            <a:lvl7pPr>
              <a:defRPr sz="11200"/>
            </a:lvl7pPr>
            <a:lvl8pPr>
              <a:defRPr sz="11200"/>
            </a:lvl8pPr>
            <a:lvl9pPr>
              <a:defRPr sz="112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526784" y="3413538"/>
            <a:ext cx="16513873" cy="11947385"/>
          </a:xfrm>
        </p:spPr>
        <p:txBody>
          <a:bodyPr anchor="b"/>
          <a:lstStyle>
            <a:lvl1pPr>
              <a:defRPr sz="1792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21767382" y="7372295"/>
            <a:ext cx="25920850" cy="36387372"/>
          </a:xfrm>
        </p:spPr>
        <p:txBody>
          <a:bodyPr/>
          <a:lstStyle>
            <a:lvl1pPr marL="0" indent="0">
              <a:buNone/>
              <a:defRPr sz="17920"/>
            </a:lvl1pPr>
            <a:lvl2pPr marL="2560320" indent="0">
              <a:buNone/>
              <a:defRPr sz="15680"/>
            </a:lvl2pPr>
            <a:lvl3pPr marL="5120640" indent="0">
              <a:buNone/>
              <a:defRPr sz="13440"/>
            </a:lvl3pPr>
            <a:lvl4pPr marL="7680960" indent="0">
              <a:buNone/>
              <a:defRPr sz="11200"/>
            </a:lvl4pPr>
            <a:lvl5pPr marL="10239375" indent="0">
              <a:buNone/>
              <a:defRPr sz="11200"/>
            </a:lvl5pPr>
            <a:lvl6pPr marL="12799695" indent="0">
              <a:buNone/>
              <a:defRPr sz="11200"/>
            </a:lvl6pPr>
            <a:lvl7pPr marL="15360015" indent="0">
              <a:buNone/>
              <a:defRPr sz="11200"/>
            </a:lvl7pPr>
            <a:lvl8pPr marL="17921605" indent="0">
              <a:buNone/>
              <a:defRPr sz="11200"/>
            </a:lvl8pPr>
            <a:lvl9pPr marL="20481925" indent="0">
              <a:buNone/>
              <a:defRPr sz="112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3526784" y="15360923"/>
            <a:ext cx="16513873" cy="28458010"/>
          </a:xfrm>
        </p:spPr>
        <p:txBody>
          <a:bodyPr/>
          <a:lstStyle>
            <a:lvl1pPr marL="0" indent="0">
              <a:buNone/>
              <a:defRPr sz="8960"/>
            </a:lvl1pPr>
            <a:lvl2pPr marL="2560320" indent="0">
              <a:buNone/>
              <a:defRPr sz="7845"/>
            </a:lvl2pPr>
            <a:lvl3pPr marL="5120640" indent="0">
              <a:buNone/>
              <a:defRPr sz="6720"/>
            </a:lvl3pPr>
            <a:lvl4pPr marL="7680960" indent="0">
              <a:buNone/>
              <a:defRPr sz="5605"/>
            </a:lvl4pPr>
            <a:lvl5pPr marL="10239375" indent="0">
              <a:buNone/>
              <a:defRPr sz="5605"/>
            </a:lvl5pPr>
            <a:lvl6pPr marL="12799695" indent="0">
              <a:buNone/>
              <a:defRPr sz="5605"/>
            </a:lvl6pPr>
            <a:lvl7pPr marL="15360015" indent="0">
              <a:buNone/>
              <a:defRPr sz="5605"/>
            </a:lvl7pPr>
            <a:lvl8pPr marL="17921605" indent="0">
              <a:buNone/>
              <a:defRPr sz="5605"/>
            </a:lvl8pPr>
            <a:lvl9pPr marL="20481925" indent="0">
              <a:buNone/>
              <a:defRPr sz="560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36641201" y="2726090"/>
            <a:ext cx="11040362" cy="43392241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3520115" y="2726090"/>
            <a:ext cx="32481065" cy="43392241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520115" y="2726090"/>
            <a:ext cx="44161447" cy="98968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520115" y="13630449"/>
            <a:ext cx="44161447" cy="3248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352011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16960556" y="47457667"/>
            <a:ext cx="17280566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6161185" y="47457667"/>
            <a:ext cx="11520378" cy="272609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120640" rtl="0" eaLnBrk="1" latinLnBrk="0" hangingPunct="1">
        <a:lnSpc>
          <a:spcPct val="90000"/>
        </a:lnSpc>
        <a:spcBef>
          <a:spcPct val="0"/>
        </a:spcBef>
        <a:buNone/>
        <a:defRPr sz="246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80795" indent="-1280795" algn="l" defTabSz="5120640" rtl="0" eaLnBrk="1" latinLnBrk="0" hangingPunct="1">
        <a:lnSpc>
          <a:spcPct val="90000"/>
        </a:lnSpc>
        <a:spcBef>
          <a:spcPts val="5610"/>
        </a:spcBef>
        <a:buFont typeface="Arial" panose="020B0604020202020204" pitchFamily="34" charset="0"/>
        <a:buChar char="•"/>
        <a:defRPr sz="15680" kern="1200">
          <a:solidFill>
            <a:schemeClr val="tx1"/>
          </a:solidFill>
          <a:latin typeface="+mn-lt"/>
          <a:ea typeface="+mn-ea"/>
          <a:cs typeface="+mn-cs"/>
        </a:defRPr>
      </a:lvl1pPr>
      <a:lvl2pPr marL="384111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2pPr>
      <a:lvl3pPr marL="640143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3pPr>
      <a:lvl4pPr marL="8961755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152017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408049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664081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920113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1761450" indent="-1280795" algn="l" defTabSz="5120640" rtl="0" eaLnBrk="1" latinLnBrk="0" hangingPunct="1">
        <a:lnSpc>
          <a:spcPct val="90000"/>
        </a:lnSpc>
        <a:spcBef>
          <a:spcPts val="2810"/>
        </a:spcBef>
        <a:buFont typeface="Arial" panose="020B0604020202020204" pitchFamily="34" charset="0"/>
        <a:buChar char="•"/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1pPr>
      <a:lvl2pPr marL="256032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2pPr>
      <a:lvl3pPr marL="512064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4pPr>
      <a:lvl5pPr marL="1023937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5pPr>
      <a:lvl6pPr marL="1279969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6pPr>
      <a:lvl7pPr marL="1536001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7pPr>
      <a:lvl8pPr marL="1792160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8pPr>
      <a:lvl9pPr marL="20481925" algn="l" defTabSz="5120640" rtl="0" eaLnBrk="1" latinLnBrk="0" hangingPunct="1">
        <a:defRPr sz="100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4" name="矩形 23"/>
          <p:cNvSpPr/>
          <p:nvPr/>
        </p:nvSpPr>
        <p:spPr>
          <a:xfrm>
            <a:off x="974090" y="120015"/>
            <a:ext cx="84391500" cy="2752725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8" name="矩形 97"/>
          <p:cNvSpPr/>
          <p:nvPr/>
        </p:nvSpPr>
        <p:spPr>
          <a:xfrm>
            <a:off x="50442495" y="4279900"/>
            <a:ext cx="33509585" cy="2285619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sp>
        <p:nvSpPr>
          <p:cNvPr id="49" name="文本框 48"/>
          <p:cNvSpPr txBox="1"/>
          <p:nvPr/>
        </p:nvSpPr>
        <p:spPr>
          <a:xfrm>
            <a:off x="50442495" y="2662555"/>
            <a:ext cx="33509585" cy="161734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淘汰赛</a:t>
            </a:r>
            <a:endParaRPr lang="zh-CN" altLang="en-US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50443130" y="295275"/>
            <a:ext cx="33509585" cy="19056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HVV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杯英雄联盟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S12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淘汰赛赛程图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--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神将杯</a:t>
            </a:r>
            <a:endParaRPr lang="en-US" altLang="zh-CN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7" name="文本框 96"/>
          <p:cNvSpPr txBox="1"/>
          <p:nvPr/>
        </p:nvSpPr>
        <p:spPr>
          <a:xfrm>
            <a:off x="1007745" y="295275"/>
            <a:ext cx="48560355" cy="19056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lvl="0" algn="ctr">
              <a:buClrTx/>
              <a:buSzTx/>
              <a:buFontTx/>
            </a:pP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HVV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杯英雄联盟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S12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淘汰赛赛程图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--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常规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队伍</a:t>
            </a:r>
            <a:endParaRPr lang="en-US" altLang="zh-CN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grpSp>
        <p:nvGrpSpPr>
          <p:cNvPr id="8" name="组合 7"/>
          <p:cNvGrpSpPr/>
          <p:nvPr/>
        </p:nvGrpSpPr>
        <p:grpSpPr>
          <a:xfrm rot="0">
            <a:off x="1696085" y="4763135"/>
            <a:ext cx="4711700" cy="1903095"/>
            <a:chOff x="431" y="349"/>
            <a:chExt cx="3918" cy="1789"/>
          </a:xfrm>
        </p:grpSpPr>
        <p:sp>
          <p:nvSpPr>
            <p:cNvPr id="4" name="矩形 3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潇甜甜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(A1)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5" name="矩形 4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全妹班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(D4)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9" name="组合 8"/>
          <p:cNvGrpSpPr/>
          <p:nvPr/>
        </p:nvGrpSpPr>
        <p:grpSpPr>
          <a:xfrm rot="0">
            <a:off x="1696085" y="7416800"/>
            <a:ext cx="4711700" cy="1903095"/>
            <a:chOff x="431" y="349"/>
            <a:chExt cx="3918" cy="1789"/>
          </a:xfrm>
        </p:grpSpPr>
        <p:sp>
          <p:nvSpPr>
            <p:cNvPr id="10" name="矩形 9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就折水平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(B2)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1" name="矩形 10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12" name="矩形 11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ikun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の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四区兄弟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(C3)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 rot="0">
            <a:off x="1696085" y="10070465"/>
            <a:ext cx="4711700" cy="1903095"/>
            <a:chOff x="431" y="349"/>
            <a:chExt cx="3918" cy="1789"/>
          </a:xfrm>
        </p:grpSpPr>
        <p:sp>
          <p:nvSpPr>
            <p:cNvPr id="15" name="矩形 14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咕咕嘎嘎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(D1)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6" name="矩形 15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1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17" name="矩形 16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IKUN(A4)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8" name="矩形 17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19" name="组合 18"/>
          <p:cNvGrpSpPr/>
          <p:nvPr/>
        </p:nvGrpSpPr>
        <p:grpSpPr>
          <a:xfrm rot="0">
            <a:off x="1696085" y="12724130"/>
            <a:ext cx="4711700" cy="1903095"/>
            <a:chOff x="431" y="349"/>
            <a:chExt cx="3918" cy="1789"/>
          </a:xfrm>
        </p:grpSpPr>
        <p:sp>
          <p:nvSpPr>
            <p:cNvPr id="20" name="矩形 19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牢王来了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(C2)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" name="矩形 20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  <a:sym typeface="+mn-ea"/>
                </a:rPr>
                <a:t>3</a:t>
              </a:r>
              <a:endParaRPr lang="en-US" sz="6000" b="1">
                <a:solidFill>
                  <a:srgbClr val="0070C0"/>
                </a:solidFill>
                <a:sym typeface="+mn-ea"/>
              </a:endParaRPr>
            </a:p>
          </p:txBody>
        </p:sp>
        <p:sp>
          <p:nvSpPr>
            <p:cNvPr id="22" name="矩形 21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外卖到了先别开团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(B3)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sp>
        <p:nvSpPr>
          <p:cNvPr id="107" name="矩形 106"/>
          <p:cNvSpPr/>
          <p:nvPr/>
        </p:nvSpPr>
        <p:spPr>
          <a:xfrm>
            <a:off x="1134745" y="4220210"/>
            <a:ext cx="25913080" cy="108324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grpSp>
        <p:nvGrpSpPr>
          <p:cNvPr id="109" name="组合 108"/>
          <p:cNvGrpSpPr/>
          <p:nvPr/>
        </p:nvGrpSpPr>
        <p:grpSpPr>
          <a:xfrm rot="0">
            <a:off x="10015220" y="6068060"/>
            <a:ext cx="4711700" cy="1903095"/>
            <a:chOff x="431" y="349"/>
            <a:chExt cx="3918" cy="1789"/>
          </a:xfrm>
        </p:grpSpPr>
        <p:sp>
          <p:nvSpPr>
            <p:cNvPr id="110" name="矩形 109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2">
                      <a:lumMod val="40000"/>
                      <a:lumOff val="6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潇甜甜(A1)</a:t>
              </a:r>
              <a:endParaRPr lang="zh-CN" altLang="en-US" sz="455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11" name="矩形 110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112" name="矩形 111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lvl="0" algn="ctr">
                <a:buClrTx/>
                <a:buSzTx/>
                <a:buFontTx/>
              </a:pPr>
              <a:r>
                <a:rPr lang="zh-CN" altLang="en-US" sz="3200" b="1">
                  <a:solidFill>
                    <a:schemeClr val="tx1"/>
                  </a:solidFill>
                  <a:sym typeface="+mn-ea"/>
                </a:rPr>
                <a:t>ikunの四区兄弟(C3)</a:t>
              </a:r>
              <a:endParaRPr lang="zh-CN" altLang="en-US" sz="32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13" name="矩形 112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114" name="组合 113"/>
          <p:cNvGrpSpPr/>
          <p:nvPr/>
        </p:nvGrpSpPr>
        <p:grpSpPr>
          <a:xfrm rot="0">
            <a:off x="10013315" y="11296015"/>
            <a:ext cx="4711700" cy="1903095"/>
            <a:chOff x="431" y="349"/>
            <a:chExt cx="3918" cy="1789"/>
          </a:xfrm>
        </p:grpSpPr>
        <p:sp>
          <p:nvSpPr>
            <p:cNvPr id="115" name="矩形 114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7F7F7F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2">
                      <a:lumMod val="40000"/>
                      <a:lumOff val="60000"/>
                    </a:schemeClr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IKUN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(A4)</a:t>
              </a:r>
              <a:endParaRPr lang="en-US" altLang="zh-CN" sz="455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116" name="矩形 115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0</a:t>
              </a:r>
              <a:endParaRPr lang="en-US" sz="6600" b="1">
                <a:solidFill>
                  <a:schemeClr val="tx1"/>
                </a:solidFill>
              </a:endParaRPr>
            </a:p>
          </p:txBody>
        </p:sp>
        <p:sp>
          <p:nvSpPr>
            <p:cNvPr id="146" name="矩形 145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牢王来了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(C2)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147" name="矩形 146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3</a:t>
              </a:r>
              <a:endParaRPr lang="en-US" sz="6600" b="1">
                <a:solidFill>
                  <a:srgbClr val="0070C0"/>
                </a:solidFill>
              </a:endParaRPr>
            </a:p>
          </p:txBody>
        </p:sp>
      </p:grpSp>
      <p:cxnSp>
        <p:nvCxnSpPr>
          <p:cNvPr id="155" name="肘形连接符 154"/>
          <p:cNvCxnSpPr>
            <a:stCxn id="21" idx="3"/>
            <a:endCxn id="146" idx="1"/>
          </p:cNvCxnSpPr>
          <p:nvPr/>
        </p:nvCxnSpPr>
        <p:spPr>
          <a:xfrm flipV="1">
            <a:off x="6409055" y="12724130"/>
            <a:ext cx="3604260" cy="476250"/>
          </a:xfrm>
          <a:prstGeom prst="bentConnector3">
            <a:avLst>
              <a:gd name="adj1" fmla="val 50000"/>
            </a:avLst>
          </a:prstGeom>
          <a:ln w="412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7" name="肘形连接符 156"/>
          <p:cNvCxnSpPr>
            <a:stCxn id="16" idx="3"/>
            <a:endCxn id="115" idx="1"/>
          </p:cNvCxnSpPr>
          <p:nvPr/>
        </p:nvCxnSpPr>
        <p:spPr>
          <a:xfrm>
            <a:off x="6409055" y="10546715"/>
            <a:ext cx="3604260" cy="1225550"/>
          </a:xfrm>
          <a:prstGeom prst="bentConnector3">
            <a:avLst>
              <a:gd name="adj1" fmla="val 50000"/>
            </a:avLst>
          </a:prstGeom>
          <a:ln w="412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8" name="肘形连接符 157"/>
          <p:cNvCxnSpPr>
            <a:stCxn id="5" idx="3"/>
            <a:endCxn id="110" idx="1"/>
          </p:cNvCxnSpPr>
          <p:nvPr/>
        </p:nvCxnSpPr>
        <p:spPr>
          <a:xfrm>
            <a:off x="6409055" y="5239385"/>
            <a:ext cx="3606165" cy="1304925"/>
          </a:xfrm>
          <a:prstGeom prst="bentConnector3">
            <a:avLst>
              <a:gd name="adj1" fmla="val 500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59" name="肘形连接符 158"/>
          <p:cNvCxnSpPr>
            <a:stCxn id="11" idx="3"/>
            <a:endCxn id="112" idx="1"/>
          </p:cNvCxnSpPr>
          <p:nvPr/>
        </p:nvCxnSpPr>
        <p:spPr>
          <a:xfrm flipV="1">
            <a:off x="6409055" y="7496175"/>
            <a:ext cx="3606165" cy="396875"/>
          </a:xfrm>
          <a:prstGeom prst="bentConnector3">
            <a:avLst>
              <a:gd name="adj1" fmla="val 500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1" name="肘形连接符 180"/>
          <p:cNvCxnSpPr>
            <a:stCxn id="111" idx="3"/>
            <a:endCxn id="187" idx="1"/>
          </p:cNvCxnSpPr>
          <p:nvPr/>
        </p:nvCxnSpPr>
        <p:spPr>
          <a:xfrm>
            <a:off x="14728190" y="6544310"/>
            <a:ext cx="5262245" cy="2516505"/>
          </a:xfrm>
          <a:prstGeom prst="bentConnector3">
            <a:avLst>
              <a:gd name="adj1" fmla="val 50006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82" name="肘形连接符 181"/>
          <p:cNvCxnSpPr>
            <a:stCxn id="116" idx="3"/>
            <a:endCxn id="188" idx="1"/>
          </p:cNvCxnSpPr>
          <p:nvPr/>
        </p:nvCxnSpPr>
        <p:spPr>
          <a:xfrm flipV="1">
            <a:off x="14726285" y="10144125"/>
            <a:ext cx="5264150" cy="1628140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5" name="文本框 184"/>
          <p:cNvSpPr txBox="1"/>
          <p:nvPr/>
        </p:nvSpPr>
        <p:spPr>
          <a:xfrm>
            <a:off x="19132550" y="7020560"/>
            <a:ext cx="6753860" cy="114427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四强晋级队伍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半区</a:t>
            </a:r>
            <a:endParaRPr lang="zh-CN" altLang="en-US" sz="455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6" name="矩形 185"/>
          <p:cNvSpPr/>
          <p:nvPr/>
        </p:nvSpPr>
        <p:spPr>
          <a:xfrm>
            <a:off x="19132550" y="8164830"/>
            <a:ext cx="6753860" cy="30683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sp>
        <p:nvSpPr>
          <p:cNvPr id="187" name="矩形 186"/>
          <p:cNvSpPr/>
          <p:nvPr/>
        </p:nvSpPr>
        <p:spPr>
          <a:xfrm>
            <a:off x="19990435" y="8519160"/>
            <a:ext cx="4424045" cy="108331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4550" b="1">
                <a:solidFill>
                  <a:schemeClr val="tx1"/>
                </a:solidFill>
              </a:rPr>
              <a:t>待定</a:t>
            </a:r>
            <a:endParaRPr lang="en-US" altLang="zh-CN" sz="4550" b="1">
              <a:solidFill>
                <a:schemeClr val="tx1"/>
              </a:solidFill>
            </a:endParaRPr>
          </a:p>
        </p:txBody>
      </p:sp>
      <p:sp>
        <p:nvSpPr>
          <p:cNvPr id="188" name="矩形 187"/>
          <p:cNvSpPr/>
          <p:nvPr/>
        </p:nvSpPr>
        <p:spPr>
          <a:xfrm>
            <a:off x="19990435" y="9602470"/>
            <a:ext cx="4424045" cy="108331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4550" b="1">
                <a:solidFill>
                  <a:schemeClr val="tx1"/>
                </a:solidFill>
                <a:sym typeface="+mn-ea"/>
              </a:rPr>
              <a:t>牢王来了</a:t>
            </a:r>
            <a:r>
              <a:rPr lang="en-US" altLang="zh-CN" sz="4550" b="1">
                <a:solidFill>
                  <a:schemeClr val="tx1"/>
                </a:solidFill>
                <a:sym typeface="+mn-ea"/>
              </a:rPr>
              <a:t>(C2)</a:t>
            </a:r>
            <a:endParaRPr lang="en-US" altLang="zh-CN" sz="4550" b="1">
              <a:solidFill>
                <a:schemeClr val="tx1"/>
              </a:solidFill>
            </a:endParaRPr>
          </a:p>
        </p:txBody>
      </p:sp>
      <p:grpSp>
        <p:nvGrpSpPr>
          <p:cNvPr id="200" name="组合 199"/>
          <p:cNvGrpSpPr/>
          <p:nvPr/>
        </p:nvGrpSpPr>
        <p:grpSpPr>
          <a:xfrm rot="0">
            <a:off x="1696085" y="16019780"/>
            <a:ext cx="4711700" cy="2056130"/>
            <a:chOff x="431" y="349"/>
            <a:chExt cx="3918" cy="1789"/>
          </a:xfrm>
        </p:grpSpPr>
        <p:sp>
          <p:nvSpPr>
            <p:cNvPr id="201" name="矩形 200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800" b="1">
                  <a:solidFill>
                    <a:schemeClr val="tx1"/>
                  </a:solidFill>
                </a:rPr>
                <a:t>飞行淇</a:t>
              </a:r>
              <a:r>
                <a:rPr lang="en-US" altLang="zh-CN" sz="2800" b="1">
                  <a:solidFill>
                    <a:schemeClr val="tx1"/>
                  </a:solidFill>
                </a:rPr>
                <a:t>(C1)</a:t>
              </a:r>
              <a:endParaRPr lang="en-US" altLang="zh-CN" sz="2800" b="1">
                <a:solidFill>
                  <a:schemeClr val="tx1"/>
                </a:solidFill>
              </a:endParaRPr>
            </a:p>
          </p:txBody>
        </p:sp>
        <p:sp>
          <p:nvSpPr>
            <p:cNvPr id="202" name="矩形 201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203" name="矩形 202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2800" b="1">
                  <a:solidFill>
                    <a:schemeClr val="tx1"/>
                  </a:solidFill>
                </a:rPr>
                <a:t>WBD(B4)</a:t>
              </a:r>
              <a:endParaRPr lang="en-US" altLang="zh-CN" sz="2800" b="1">
                <a:solidFill>
                  <a:schemeClr val="tx1"/>
                </a:solidFill>
              </a:endParaRPr>
            </a:p>
          </p:txBody>
        </p:sp>
        <p:sp>
          <p:nvSpPr>
            <p:cNvPr id="204" name="矩形 203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205" name="组合 204"/>
          <p:cNvGrpSpPr/>
          <p:nvPr/>
        </p:nvGrpSpPr>
        <p:grpSpPr>
          <a:xfrm rot="0">
            <a:off x="1696085" y="18886805"/>
            <a:ext cx="4711700" cy="2056130"/>
            <a:chOff x="431" y="349"/>
            <a:chExt cx="3918" cy="1789"/>
          </a:xfrm>
        </p:grpSpPr>
        <p:sp>
          <p:nvSpPr>
            <p:cNvPr id="206" name="矩形 205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大董无敌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(A2)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07" name="矩形 206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2800" b="1">
                  <a:solidFill>
                    <a:srgbClr val="0070C0"/>
                  </a:solidFill>
                </a:rPr>
                <a:t>/</a:t>
              </a:r>
              <a:endParaRPr lang="en-US" sz="2800" b="1">
                <a:solidFill>
                  <a:srgbClr val="0070C0"/>
                </a:solidFill>
              </a:endParaRPr>
            </a:p>
          </p:txBody>
        </p:sp>
        <p:sp>
          <p:nvSpPr>
            <p:cNvPr id="208" name="矩形 207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卡了电竞魔王护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(D3)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09" name="矩形 208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2800" b="1">
                  <a:solidFill>
                    <a:srgbClr val="0070C0"/>
                  </a:solidFill>
                </a:rPr>
                <a:t>弃赛</a:t>
              </a:r>
              <a:endParaRPr lang="zh-CN" altLang="en-US" sz="28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210" name="组合 209"/>
          <p:cNvGrpSpPr/>
          <p:nvPr/>
        </p:nvGrpSpPr>
        <p:grpSpPr>
          <a:xfrm rot="0">
            <a:off x="1696085" y="21753830"/>
            <a:ext cx="4711700" cy="2056130"/>
            <a:chOff x="431" y="349"/>
            <a:chExt cx="3918" cy="1789"/>
          </a:xfrm>
        </p:grpSpPr>
        <p:sp>
          <p:nvSpPr>
            <p:cNvPr id="211" name="矩形 210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V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超甜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(B1)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2" name="矩形 211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213" name="矩形 212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皮划艇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(C4)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4" name="矩形 213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0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215" name="组合 214"/>
          <p:cNvGrpSpPr/>
          <p:nvPr/>
        </p:nvGrpSpPr>
        <p:grpSpPr>
          <a:xfrm rot="0">
            <a:off x="1696085" y="24620855"/>
            <a:ext cx="4711700" cy="2056130"/>
            <a:chOff x="431" y="349"/>
            <a:chExt cx="3918" cy="1789"/>
          </a:xfrm>
        </p:grpSpPr>
        <p:sp>
          <p:nvSpPr>
            <p:cNvPr id="216" name="矩形 215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陀螺队</a:t>
              </a:r>
              <a:r>
                <a:rPr lang="en-US" altLang="zh-CN" sz="2800" b="1">
                  <a:solidFill>
                    <a:schemeClr val="tx1"/>
                  </a:solidFill>
                  <a:sym typeface="+mn-ea"/>
                </a:rPr>
                <a:t>(D2)</a:t>
              </a:r>
              <a:endParaRPr lang="en-US" altLang="zh-CN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7" name="矩形 216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1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  <p:sp>
          <p:nvSpPr>
            <p:cNvPr id="218" name="矩形 217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快乐星球</a:t>
              </a:r>
              <a:r>
                <a:rPr lang="zh-CN" altLang="en-US" sz="2800" b="1">
                  <a:solidFill>
                    <a:schemeClr val="tx1"/>
                  </a:solidFill>
                  <a:sym typeface="+mn-ea"/>
                </a:rPr>
                <a:t>V12(A3)</a:t>
              </a:r>
              <a:endParaRPr lang="zh-CN" altLang="en-US" sz="28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19" name="矩形 218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000" b="1">
                  <a:solidFill>
                    <a:srgbClr val="0070C0"/>
                  </a:solidFill>
                </a:rPr>
                <a:t>3</a:t>
              </a:r>
              <a:endParaRPr lang="en-US" sz="6000" b="1">
                <a:solidFill>
                  <a:srgbClr val="0070C0"/>
                </a:solidFill>
              </a:endParaRPr>
            </a:p>
          </p:txBody>
        </p:sp>
      </p:grpSp>
      <p:sp>
        <p:nvSpPr>
          <p:cNvPr id="220" name="矩形 219"/>
          <p:cNvSpPr/>
          <p:nvPr/>
        </p:nvSpPr>
        <p:spPr>
          <a:xfrm>
            <a:off x="1134745" y="15433040"/>
            <a:ext cx="25913080" cy="1170305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grpSp>
        <p:nvGrpSpPr>
          <p:cNvPr id="221" name="组合 220"/>
          <p:cNvGrpSpPr/>
          <p:nvPr/>
        </p:nvGrpSpPr>
        <p:grpSpPr>
          <a:xfrm rot="0">
            <a:off x="10015220" y="17429480"/>
            <a:ext cx="4711700" cy="2056130"/>
            <a:chOff x="431" y="349"/>
            <a:chExt cx="3918" cy="1789"/>
          </a:xfrm>
        </p:grpSpPr>
        <p:sp>
          <p:nvSpPr>
            <p:cNvPr id="222" name="矩形 221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solidFill>
              <a:srgbClr val="7F7F7F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飞行淇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(C1)</a:t>
              </a:r>
              <a:endParaRPr lang="en-US" altLang="zh-CN" sz="455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23" name="矩形 222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80CA"/>
                  </a:solidFill>
                </a:rPr>
                <a:t>0</a:t>
              </a:r>
              <a:endParaRPr lang="en-US" sz="6600" b="1">
                <a:solidFill>
                  <a:srgbClr val="0080CA"/>
                </a:solidFill>
              </a:endParaRPr>
            </a:p>
          </p:txBody>
        </p:sp>
        <p:sp>
          <p:nvSpPr>
            <p:cNvPr id="224" name="矩形 223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solidFill>
              <a:srgbClr val="F8CDAC"/>
            </a:solidFill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大董无敌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(A2)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25" name="矩形 224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6600" b="1">
                  <a:solidFill>
                    <a:srgbClr val="0070C0"/>
                  </a:solidFill>
                </a:rPr>
                <a:t>3</a:t>
              </a:r>
              <a:endParaRPr lang="en-US" sz="6600" b="1">
                <a:solidFill>
                  <a:srgbClr val="0070C0"/>
                </a:solidFill>
              </a:endParaRPr>
            </a:p>
          </p:txBody>
        </p:sp>
      </p:grpSp>
      <p:grpSp>
        <p:nvGrpSpPr>
          <p:cNvPr id="226" name="组合 225"/>
          <p:cNvGrpSpPr/>
          <p:nvPr/>
        </p:nvGrpSpPr>
        <p:grpSpPr>
          <a:xfrm rot="0">
            <a:off x="10013315" y="23077170"/>
            <a:ext cx="4711700" cy="2056130"/>
            <a:chOff x="431" y="349"/>
            <a:chExt cx="3918" cy="1789"/>
          </a:xfrm>
        </p:grpSpPr>
        <p:sp>
          <p:nvSpPr>
            <p:cNvPr id="227" name="矩形 226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V</a:t>
              </a:r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超甜</a:t>
              </a:r>
              <a:r>
                <a:rPr lang="en-US" altLang="zh-CN" sz="4550" b="1">
                  <a:solidFill>
                    <a:schemeClr val="tx1"/>
                  </a:solidFill>
                  <a:sym typeface="+mn-ea"/>
                </a:rPr>
                <a:t>(B1)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28" name="矩形 227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  <p:sp>
          <p:nvSpPr>
            <p:cNvPr id="229" name="矩形 228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000" b="1">
                  <a:solidFill>
                    <a:schemeClr val="tx1"/>
                  </a:solidFill>
                  <a:sym typeface="+mn-ea"/>
                </a:rPr>
                <a:t>快乐星球</a:t>
              </a:r>
              <a:r>
                <a:rPr lang="en-US" altLang="zh-CN" sz="4000" b="1">
                  <a:solidFill>
                    <a:schemeClr val="tx1"/>
                  </a:solidFill>
                  <a:sym typeface="+mn-ea"/>
                </a:rPr>
                <a:t>V12(A3)</a:t>
              </a:r>
              <a:endParaRPr lang="en-US" altLang="zh-CN" sz="4000" b="1">
                <a:solidFill>
                  <a:schemeClr val="tx1"/>
                </a:solidFill>
                <a:sym typeface="+mn-ea"/>
              </a:endParaRPr>
            </a:p>
          </p:txBody>
        </p:sp>
        <p:sp>
          <p:nvSpPr>
            <p:cNvPr id="230" name="矩形 229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rgbClr val="0070C0"/>
                </a:solidFill>
              </a:endParaRPr>
            </a:p>
          </p:txBody>
        </p:sp>
      </p:grpSp>
      <p:cxnSp>
        <p:nvCxnSpPr>
          <p:cNvPr id="231" name="肘形连接符 230"/>
          <p:cNvCxnSpPr>
            <a:stCxn id="217" idx="3"/>
            <a:endCxn id="229" idx="1"/>
          </p:cNvCxnSpPr>
          <p:nvPr/>
        </p:nvCxnSpPr>
        <p:spPr>
          <a:xfrm flipV="1">
            <a:off x="6409055" y="24620855"/>
            <a:ext cx="3604260" cy="514350"/>
          </a:xfrm>
          <a:prstGeom prst="bentConnector3">
            <a:avLst>
              <a:gd name="adj1" fmla="val 50000"/>
            </a:avLst>
          </a:prstGeom>
          <a:ln w="412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2" name="肘形连接符 231"/>
          <p:cNvCxnSpPr>
            <a:stCxn id="212" idx="3"/>
            <a:endCxn id="227" idx="1"/>
          </p:cNvCxnSpPr>
          <p:nvPr/>
        </p:nvCxnSpPr>
        <p:spPr>
          <a:xfrm>
            <a:off x="6409055" y="22268180"/>
            <a:ext cx="3604260" cy="1323975"/>
          </a:xfrm>
          <a:prstGeom prst="bentConnector3">
            <a:avLst>
              <a:gd name="adj1" fmla="val 50000"/>
            </a:avLst>
          </a:prstGeom>
          <a:ln w="412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3" name="肘形连接符 232"/>
          <p:cNvCxnSpPr>
            <a:stCxn id="202" idx="3"/>
            <a:endCxn id="222" idx="1"/>
          </p:cNvCxnSpPr>
          <p:nvPr/>
        </p:nvCxnSpPr>
        <p:spPr>
          <a:xfrm>
            <a:off x="6409055" y="16534130"/>
            <a:ext cx="3606165" cy="1409700"/>
          </a:xfrm>
          <a:prstGeom prst="bentConnector3">
            <a:avLst>
              <a:gd name="adj1" fmla="val 500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4" name="肘形连接符 233"/>
          <p:cNvCxnSpPr>
            <a:stCxn id="207" idx="3"/>
            <a:endCxn id="224" idx="1"/>
          </p:cNvCxnSpPr>
          <p:nvPr/>
        </p:nvCxnSpPr>
        <p:spPr>
          <a:xfrm flipV="1">
            <a:off x="6409055" y="18972530"/>
            <a:ext cx="3606165" cy="429260"/>
          </a:xfrm>
          <a:prstGeom prst="bentConnector3">
            <a:avLst>
              <a:gd name="adj1" fmla="val 5000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5" name="肘形连接符 234"/>
          <p:cNvCxnSpPr>
            <a:stCxn id="223" idx="3"/>
            <a:endCxn id="239" idx="1"/>
          </p:cNvCxnSpPr>
          <p:nvPr/>
        </p:nvCxnSpPr>
        <p:spPr>
          <a:xfrm>
            <a:off x="14728190" y="17943830"/>
            <a:ext cx="5262245" cy="2719070"/>
          </a:xfrm>
          <a:prstGeom prst="bentConnector3">
            <a:avLst>
              <a:gd name="adj1" fmla="val 50006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36" name="肘形连接符 235"/>
          <p:cNvCxnSpPr>
            <a:stCxn id="228" idx="3"/>
            <a:endCxn id="240" idx="1"/>
          </p:cNvCxnSpPr>
          <p:nvPr/>
        </p:nvCxnSpPr>
        <p:spPr>
          <a:xfrm flipV="1">
            <a:off x="14726285" y="21833205"/>
            <a:ext cx="5264150" cy="175831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37" name="文本框 236"/>
          <p:cNvSpPr txBox="1"/>
          <p:nvPr/>
        </p:nvSpPr>
        <p:spPr>
          <a:xfrm>
            <a:off x="19132550" y="18458180"/>
            <a:ext cx="6753860" cy="123634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四强晋级队伍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-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下半区</a:t>
            </a:r>
            <a:endParaRPr lang="zh-CN" altLang="en-US" sz="455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8" name="矩形 237"/>
          <p:cNvSpPr/>
          <p:nvPr/>
        </p:nvSpPr>
        <p:spPr>
          <a:xfrm>
            <a:off x="19132550" y="19694525"/>
            <a:ext cx="6753860" cy="331470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sp>
        <p:nvSpPr>
          <p:cNvPr id="239" name="矩形 238"/>
          <p:cNvSpPr/>
          <p:nvPr/>
        </p:nvSpPr>
        <p:spPr>
          <a:xfrm>
            <a:off x="19990435" y="20077430"/>
            <a:ext cx="4424045" cy="117030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4550" b="1">
                <a:solidFill>
                  <a:schemeClr val="tx1"/>
                </a:solidFill>
                <a:sym typeface="+mn-ea"/>
              </a:rPr>
              <a:t>大董无敌</a:t>
            </a:r>
            <a:r>
              <a:rPr lang="en-US" altLang="zh-CN" sz="4550" b="1">
                <a:solidFill>
                  <a:schemeClr val="tx1"/>
                </a:solidFill>
                <a:sym typeface="+mn-ea"/>
              </a:rPr>
              <a:t>(A2)</a:t>
            </a:r>
            <a:endParaRPr lang="en-US" altLang="zh-CN" sz="4550" b="1">
              <a:solidFill>
                <a:schemeClr val="tx1"/>
              </a:solidFill>
            </a:endParaRPr>
          </a:p>
        </p:txBody>
      </p:sp>
      <p:sp>
        <p:nvSpPr>
          <p:cNvPr id="240" name="矩形 239"/>
          <p:cNvSpPr/>
          <p:nvPr/>
        </p:nvSpPr>
        <p:spPr>
          <a:xfrm>
            <a:off x="19990435" y="21247735"/>
            <a:ext cx="4424045" cy="117030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4550" b="1">
                <a:solidFill>
                  <a:schemeClr val="tx1"/>
                </a:solidFill>
              </a:rPr>
              <a:t>待定</a:t>
            </a:r>
            <a:endParaRPr lang="en-US" altLang="zh-CN" sz="4550" b="1">
              <a:solidFill>
                <a:schemeClr val="tx1"/>
              </a:solidFill>
            </a:endParaRPr>
          </a:p>
        </p:txBody>
      </p:sp>
      <p:sp>
        <p:nvSpPr>
          <p:cNvPr id="241" name="文本框 240"/>
          <p:cNvSpPr txBox="1"/>
          <p:nvPr/>
        </p:nvSpPr>
        <p:spPr>
          <a:xfrm>
            <a:off x="1134745" y="2645410"/>
            <a:ext cx="25913715" cy="15748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16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进</a:t>
            </a:r>
            <a:r>
              <a:rPr lang="en-US" altLang="zh-CN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淘汰赛</a:t>
            </a:r>
            <a:endParaRPr lang="zh-CN" altLang="en-US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2" name="文本框 241"/>
          <p:cNvSpPr txBox="1"/>
          <p:nvPr/>
        </p:nvSpPr>
        <p:spPr>
          <a:xfrm>
            <a:off x="28012390" y="2645410"/>
            <a:ext cx="21555075" cy="15748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</a:t>
            </a:r>
            <a:r>
              <a:rPr lang="zh-CN" altLang="en-US" sz="72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强淘汰赛</a:t>
            </a:r>
            <a:endParaRPr lang="zh-CN" altLang="en-US" sz="72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3" name="矩形 242"/>
          <p:cNvSpPr/>
          <p:nvPr/>
        </p:nvSpPr>
        <p:spPr>
          <a:xfrm>
            <a:off x="28012390" y="4243070"/>
            <a:ext cx="21555075" cy="22893020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sp>
        <p:nvSpPr>
          <p:cNvPr id="245" name="文本框 244"/>
          <p:cNvSpPr txBox="1"/>
          <p:nvPr/>
        </p:nvSpPr>
        <p:spPr>
          <a:xfrm>
            <a:off x="28754070" y="6893560"/>
            <a:ext cx="8494395" cy="239649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一轮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(1-0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分组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</a:t>
            </a:r>
            <a:endParaRPr lang="en-US" altLang="zh-CN" sz="455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46" name="矩形 245"/>
          <p:cNvSpPr/>
          <p:nvPr/>
        </p:nvSpPr>
        <p:spPr>
          <a:xfrm>
            <a:off x="28754070" y="9290050"/>
            <a:ext cx="8494395" cy="60331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grpSp>
        <p:nvGrpSpPr>
          <p:cNvPr id="247" name="组合 246"/>
          <p:cNvGrpSpPr/>
          <p:nvPr/>
        </p:nvGrpSpPr>
        <p:grpSpPr>
          <a:xfrm rot="0">
            <a:off x="29740860" y="10032365"/>
            <a:ext cx="6522085" cy="4533900"/>
            <a:chOff x="431" y="349"/>
            <a:chExt cx="3918" cy="1789"/>
          </a:xfrm>
        </p:grpSpPr>
        <p:sp>
          <p:nvSpPr>
            <p:cNvPr id="248" name="矩形 247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49" name="矩形 248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rgbClr val="0070C0"/>
                </a:solidFill>
              </a:endParaRPr>
            </a:p>
          </p:txBody>
        </p:sp>
        <p:sp>
          <p:nvSpPr>
            <p:cNvPr id="250" name="矩形 249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4550" b="1">
                  <a:solidFill>
                    <a:schemeClr val="tx1"/>
                  </a:solidFill>
                  <a:sym typeface="+mn-ea"/>
                </a:rPr>
                <a:t>待定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251" name="矩形 250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</p:grpSp>
      <p:grpSp>
        <p:nvGrpSpPr>
          <p:cNvPr id="252" name="组合 251"/>
          <p:cNvGrpSpPr/>
          <p:nvPr/>
        </p:nvGrpSpPr>
        <p:grpSpPr>
          <a:xfrm rot="0">
            <a:off x="28754070" y="16191230"/>
            <a:ext cx="8493760" cy="8429625"/>
            <a:chOff x="53765" y="17173"/>
            <a:chExt cx="9664" cy="5572"/>
          </a:xfrm>
        </p:grpSpPr>
        <p:sp>
          <p:nvSpPr>
            <p:cNvPr id="253" name="文本框 252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一轮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(0-1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54" name="矩形 253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55" name="组合 254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256" name="矩形 255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7" name="矩形 256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58" name="矩形 257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殿军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9" name="矩形 258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260" name="组合 259"/>
          <p:cNvGrpSpPr/>
          <p:nvPr/>
        </p:nvGrpSpPr>
        <p:grpSpPr>
          <a:xfrm rot="0">
            <a:off x="38195885" y="16191230"/>
            <a:ext cx="10078085" cy="8429625"/>
            <a:chOff x="53765" y="17173"/>
            <a:chExt cx="9664" cy="5572"/>
          </a:xfrm>
        </p:grpSpPr>
        <p:sp>
          <p:nvSpPr>
            <p:cNvPr id="261" name="文本框 260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二轮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(1-1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62" name="矩形 261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63" name="组合 262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264" name="矩形 263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65" name="矩形 264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66" name="矩形 265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季军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accent1"/>
                    </a:solidFill>
                  </a:rPr>
                  <a:t>🥉</a:t>
                </a:r>
                <a:endParaRPr lang="zh-CN" altLang="en-US" sz="455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267" name="矩形 266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268" name="组合 267"/>
          <p:cNvGrpSpPr/>
          <p:nvPr/>
        </p:nvGrpSpPr>
        <p:grpSpPr>
          <a:xfrm rot="0">
            <a:off x="38197155" y="6893560"/>
            <a:ext cx="10075545" cy="8429625"/>
            <a:chOff x="53765" y="17173"/>
            <a:chExt cx="9664" cy="5572"/>
          </a:xfrm>
        </p:grpSpPr>
        <p:sp>
          <p:nvSpPr>
            <p:cNvPr id="269" name="文本框 268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总决赛</a:t>
              </a:r>
              <a:endPara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70" name="矩形 269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271" name="组合 270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272" name="矩形 271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冠军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🏆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273" name="矩形 272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274" name="矩形 273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亚军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accent1"/>
                    </a:solidFill>
                  </a:rPr>
                  <a:t>🥈</a:t>
                </a:r>
                <a:endParaRPr lang="zh-CN" altLang="en-US" sz="455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275" name="矩形 274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" name="矩形 1"/>
          <p:cNvSpPr/>
          <p:nvPr/>
        </p:nvSpPr>
        <p:spPr>
          <a:xfrm>
            <a:off x="24414480" y="8519160"/>
            <a:ext cx="862330" cy="108331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50" b="1">
                <a:solidFill>
                  <a:srgbClr val="0070C0"/>
                </a:solidFill>
              </a:rPr>
              <a:t>/</a:t>
            </a:r>
            <a:endParaRPr lang="en-US" sz="4550" b="1">
              <a:solidFill>
                <a:schemeClr val="tx1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24414480" y="9602470"/>
            <a:ext cx="862330" cy="108331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50" b="1">
                <a:solidFill>
                  <a:srgbClr val="0070C0"/>
                </a:solidFill>
              </a:rPr>
              <a:t>/</a:t>
            </a:r>
            <a:endParaRPr lang="en-US" sz="4550" b="1">
              <a:solidFill>
                <a:schemeClr val="tx1"/>
              </a:solidFill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4414480" y="20077430"/>
            <a:ext cx="862330" cy="117030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50" b="1">
                <a:solidFill>
                  <a:srgbClr val="0070C0"/>
                </a:solidFill>
              </a:rPr>
              <a:t>/</a:t>
            </a:r>
            <a:endParaRPr lang="en-US" sz="4550" b="1">
              <a:solidFill>
                <a:schemeClr val="tx1"/>
              </a:solidFill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4414480" y="21247735"/>
            <a:ext cx="862330" cy="117030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4550" b="1">
                <a:solidFill>
                  <a:srgbClr val="0070C0"/>
                </a:solidFill>
              </a:rPr>
              <a:t>/</a:t>
            </a:r>
            <a:endParaRPr lang="en-US" sz="4550" b="1">
              <a:solidFill>
                <a:schemeClr val="tx1"/>
              </a:solidFill>
            </a:endParaRPr>
          </a:p>
        </p:txBody>
      </p:sp>
      <p:sp>
        <p:nvSpPr>
          <p:cNvPr id="70" name="文本框 69"/>
          <p:cNvSpPr txBox="1"/>
          <p:nvPr/>
        </p:nvSpPr>
        <p:spPr>
          <a:xfrm>
            <a:off x="51694080" y="6838950"/>
            <a:ext cx="9264015" cy="248158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第一轮</a:t>
            </a:r>
            <a:r>
              <a:rPr lang="en-US" altLang="zh-CN" sz="4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(0-0</a:t>
            </a:r>
            <a:r>
              <a:rPr lang="zh-CN" altLang="en-US" sz="4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分组</a:t>
            </a:r>
            <a:r>
              <a:rPr lang="en-US" altLang="zh-CN" sz="480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</a:t>
            </a:r>
            <a:endParaRPr lang="en-US" altLang="zh-CN" sz="480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1" name="矩形 70"/>
          <p:cNvSpPr/>
          <p:nvPr/>
        </p:nvSpPr>
        <p:spPr>
          <a:xfrm>
            <a:off x="51694080" y="9236710"/>
            <a:ext cx="9264015" cy="1533080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4400"/>
          </a:p>
        </p:txBody>
      </p:sp>
      <p:sp>
        <p:nvSpPr>
          <p:cNvPr id="73" name="矩形 72"/>
          <p:cNvSpPr/>
          <p:nvPr/>
        </p:nvSpPr>
        <p:spPr>
          <a:xfrm>
            <a:off x="52769770" y="9735185"/>
            <a:ext cx="5812155" cy="2178050"/>
          </a:xfrm>
          <a:prstGeom prst="rect">
            <a:avLst/>
          </a:prstGeom>
          <a:solidFill>
            <a:srgbClr val="F8CDAC"/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400" b="1">
                <a:solidFill>
                  <a:schemeClr val="tx1"/>
                </a:solidFill>
              </a:rPr>
              <a:t>麒麟队</a:t>
            </a:r>
            <a:r>
              <a:rPr lang="en-US" altLang="zh-CN" sz="5400" b="1">
                <a:solidFill>
                  <a:schemeClr val="tx1"/>
                </a:solidFill>
              </a:rPr>
              <a:t>(C6)</a:t>
            </a:r>
            <a:endParaRPr lang="en-US" altLang="zh-CN" sz="5400" b="1">
              <a:solidFill>
                <a:schemeClr val="tx1"/>
              </a:solidFill>
            </a:endParaRPr>
          </a:p>
        </p:txBody>
      </p:sp>
      <p:sp>
        <p:nvSpPr>
          <p:cNvPr id="74" name="矩形 73"/>
          <p:cNvSpPr/>
          <p:nvPr/>
        </p:nvSpPr>
        <p:spPr>
          <a:xfrm>
            <a:off x="58581925" y="9735185"/>
            <a:ext cx="1301750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0" b="1">
                <a:solidFill>
                  <a:srgbClr val="0070C0"/>
                </a:solidFill>
              </a:rPr>
              <a:t>3</a:t>
            </a:r>
            <a:endParaRPr lang="en-US" sz="7200" b="1">
              <a:solidFill>
                <a:srgbClr val="0070C0"/>
              </a:solidFill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52769770" y="11913235"/>
            <a:ext cx="5812155" cy="2178050"/>
          </a:xfrm>
          <a:prstGeom prst="rect">
            <a:avLst/>
          </a:prstGeom>
          <a:solidFill>
            <a:srgbClr val="A6A6A6"/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400" b="1">
                <a:solidFill>
                  <a:schemeClr val="tx1"/>
                </a:solidFill>
                <a:sym typeface="+mn-ea"/>
              </a:rPr>
              <a:t>哈基米</a:t>
            </a:r>
            <a:r>
              <a:rPr lang="en-US" altLang="zh-CN" sz="5400" b="1">
                <a:solidFill>
                  <a:schemeClr val="tx1"/>
                </a:solidFill>
                <a:sym typeface="+mn-ea"/>
              </a:rPr>
              <a:t>(A6)</a:t>
            </a:r>
            <a:endParaRPr lang="en-US" altLang="zh-CN" sz="5400" b="1">
              <a:solidFill>
                <a:schemeClr val="tx1"/>
              </a:solidFill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58581925" y="11913235"/>
            <a:ext cx="1301750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0" b="1">
                <a:solidFill>
                  <a:srgbClr val="0070C0"/>
                </a:solidFill>
              </a:rPr>
              <a:t>1</a:t>
            </a:r>
            <a:endParaRPr lang="en-US" sz="7200" b="1">
              <a:solidFill>
                <a:srgbClr val="0070C0"/>
              </a:solidFill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2769770" y="19364960"/>
            <a:ext cx="5812155" cy="217805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400" b="1">
                <a:solidFill>
                  <a:schemeClr val="tx1"/>
                </a:solidFill>
              </a:rPr>
              <a:t>神将杯冠军</a:t>
            </a:r>
            <a:r>
              <a:rPr lang="en-US" altLang="zh-CN" sz="5400" b="1">
                <a:solidFill>
                  <a:schemeClr val="tx1"/>
                </a:solidFill>
              </a:rPr>
              <a:t>(D5)</a:t>
            </a:r>
            <a:endParaRPr lang="en-US" altLang="zh-CN" sz="5400" b="1">
              <a:solidFill>
                <a:schemeClr val="tx1"/>
              </a:solidFill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8581925" y="19364960"/>
            <a:ext cx="1301750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0" b="1">
                <a:solidFill>
                  <a:srgbClr val="0070C0"/>
                </a:solidFill>
              </a:rPr>
              <a:t>1</a:t>
            </a:r>
            <a:endParaRPr lang="en-US" sz="7200" b="1">
              <a:solidFill>
                <a:srgbClr val="0070C0"/>
              </a:solidFill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769770" y="21543010"/>
            <a:ext cx="5812155" cy="2178050"/>
          </a:xfrm>
          <a:prstGeom prst="rect">
            <a:avLst/>
          </a:prstGeom>
          <a:solidFill>
            <a:srgbClr val="F8CDAC"/>
          </a:solidFill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5400" b="1">
                <a:solidFill>
                  <a:schemeClr val="tx1"/>
                </a:solidFill>
              </a:rPr>
              <a:t>无敌暴龙战士</a:t>
            </a:r>
            <a:r>
              <a:rPr lang="en-US" altLang="zh-CN" sz="5400" b="1">
                <a:solidFill>
                  <a:schemeClr val="tx1"/>
                </a:solidFill>
              </a:rPr>
              <a:t>(A5)</a:t>
            </a:r>
            <a:endParaRPr lang="en-US" altLang="zh-CN" sz="5400" b="1">
              <a:solidFill>
                <a:schemeClr val="tx1"/>
              </a:solidFill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8581925" y="21543010"/>
            <a:ext cx="1301750" cy="2178050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sz="7200" b="1">
                <a:solidFill>
                  <a:srgbClr val="0070C0"/>
                </a:solidFill>
              </a:rPr>
              <a:t>3</a:t>
            </a:r>
            <a:endParaRPr lang="en-US" sz="7200" b="1">
              <a:solidFill>
                <a:srgbClr val="0070C0"/>
              </a:solidFill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63476505" y="6839585"/>
            <a:ext cx="8494395" cy="239649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 anchor="ctr" anchorCtr="0">
            <a:noAutofit/>
          </a:bodyPr>
          <a:p>
            <a:pPr algn="ctr"/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第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二轮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(1-0</a:t>
            </a:r>
            <a:r>
              <a: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分组</a:t>
            </a:r>
            <a:r>
              <a: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)</a:t>
            </a:r>
            <a:endParaRPr lang="en-US" altLang="zh-CN" sz="4550" b="1">
              <a:solidFill>
                <a:schemeClr val="accent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7" name="矩形 26"/>
          <p:cNvSpPr/>
          <p:nvPr/>
        </p:nvSpPr>
        <p:spPr>
          <a:xfrm>
            <a:off x="63476505" y="9236075"/>
            <a:ext cx="8494395" cy="60331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2560"/>
          </a:p>
        </p:txBody>
      </p:sp>
      <p:grpSp>
        <p:nvGrpSpPr>
          <p:cNvPr id="30" name="组合 29"/>
          <p:cNvGrpSpPr/>
          <p:nvPr/>
        </p:nvGrpSpPr>
        <p:grpSpPr>
          <a:xfrm rot="0">
            <a:off x="64463295" y="9978390"/>
            <a:ext cx="6522085" cy="4533900"/>
            <a:chOff x="431" y="349"/>
            <a:chExt cx="3918" cy="1789"/>
          </a:xfrm>
        </p:grpSpPr>
        <p:sp>
          <p:nvSpPr>
            <p:cNvPr id="31" name="矩形 30"/>
            <p:cNvSpPr/>
            <p:nvPr/>
          </p:nvSpPr>
          <p:spPr>
            <a:xfrm>
              <a:off x="431" y="349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  <a:sym typeface="+mn-ea"/>
                </a:rPr>
                <a:t>麒麟队</a:t>
              </a:r>
              <a:r>
                <a:rPr lang="en-US" altLang="zh-CN" sz="5400" b="1">
                  <a:solidFill>
                    <a:schemeClr val="tx1"/>
                  </a:solidFill>
                  <a:sym typeface="+mn-ea"/>
                </a:rPr>
                <a:t>(C6)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32" name="矩形 31"/>
            <p:cNvSpPr/>
            <p:nvPr/>
          </p:nvSpPr>
          <p:spPr>
            <a:xfrm>
              <a:off x="3633" y="349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rgbClr val="0070C0"/>
                </a:solidFill>
              </a:endParaRPr>
            </a:p>
          </p:txBody>
        </p:sp>
        <p:sp>
          <p:nvSpPr>
            <p:cNvPr id="37" name="矩形 36"/>
            <p:cNvSpPr/>
            <p:nvPr/>
          </p:nvSpPr>
          <p:spPr>
            <a:xfrm>
              <a:off x="431" y="1244"/>
              <a:ext cx="3202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5400" b="1">
                  <a:solidFill>
                    <a:schemeClr val="tx1"/>
                  </a:solidFill>
                  <a:sym typeface="+mn-ea"/>
                </a:rPr>
                <a:t>无敌暴龙战士</a:t>
              </a:r>
              <a:r>
                <a:rPr lang="en-US" altLang="zh-CN" sz="5400" b="1">
                  <a:solidFill>
                    <a:schemeClr val="tx1"/>
                  </a:solidFill>
                  <a:sym typeface="+mn-ea"/>
                </a:rPr>
                <a:t>(A5)</a:t>
              </a:r>
              <a:endParaRPr lang="en-US" altLang="zh-CN" sz="4550" b="1">
                <a:solidFill>
                  <a:schemeClr val="tx1"/>
                </a:solidFill>
              </a:endParaRPr>
            </a:p>
          </p:txBody>
        </p:sp>
        <p:sp>
          <p:nvSpPr>
            <p:cNvPr id="38" name="矩形 37"/>
            <p:cNvSpPr/>
            <p:nvPr/>
          </p:nvSpPr>
          <p:spPr>
            <a:xfrm>
              <a:off x="3633" y="1244"/>
              <a:ext cx="717" cy="89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en-US" sz="4550" b="1">
                  <a:solidFill>
                    <a:srgbClr val="0070C0"/>
                  </a:solidFill>
                </a:rPr>
                <a:t>/</a:t>
              </a:r>
              <a:endParaRPr lang="en-US" sz="4550" b="1">
                <a:solidFill>
                  <a:schemeClr val="tx1"/>
                </a:solidFill>
              </a:endParaRPr>
            </a:p>
          </p:txBody>
        </p:sp>
      </p:grpSp>
      <p:grpSp>
        <p:nvGrpSpPr>
          <p:cNvPr id="41" name="组合 40"/>
          <p:cNvGrpSpPr/>
          <p:nvPr/>
        </p:nvGrpSpPr>
        <p:grpSpPr>
          <a:xfrm rot="0">
            <a:off x="63476505" y="16137255"/>
            <a:ext cx="8493760" cy="8429625"/>
            <a:chOff x="53765" y="17173"/>
            <a:chExt cx="9664" cy="5572"/>
          </a:xfrm>
        </p:grpSpPr>
        <p:sp>
          <p:nvSpPr>
            <p:cNvPr id="46" name="文本框 45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二轮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(0-1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48" name="矩形 47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54" name="组合 53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59" name="矩形 58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5400" b="1">
                    <a:solidFill>
                      <a:schemeClr val="tx1"/>
                    </a:solidFill>
                    <a:sym typeface="+mn-ea"/>
                  </a:rPr>
                  <a:t>哈基米</a:t>
                </a:r>
                <a:r>
                  <a:rPr lang="en-US" altLang="zh-CN" sz="5400" b="1">
                    <a:solidFill>
                      <a:schemeClr val="tx1"/>
                    </a:solidFill>
                    <a:sym typeface="+mn-ea"/>
                  </a:rPr>
                  <a:t>(A6)</a:t>
                </a:r>
                <a:endParaRPr lang="en-US" altLang="zh-CN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矩形 61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67" name="矩形 66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5400" b="1">
                    <a:solidFill>
                      <a:schemeClr val="tx1"/>
                    </a:solidFill>
                    <a:sym typeface="+mn-ea"/>
                  </a:rPr>
                  <a:t>神将杯冠军</a:t>
                </a:r>
                <a:r>
                  <a:rPr lang="en-US" altLang="zh-CN" sz="5400" b="1">
                    <a:solidFill>
                      <a:schemeClr val="tx1"/>
                    </a:solidFill>
                    <a:sym typeface="+mn-ea"/>
                  </a:rPr>
                  <a:t>(D5)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72" name="矩形 71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77" name="组合 76"/>
          <p:cNvGrpSpPr/>
          <p:nvPr/>
        </p:nvGrpSpPr>
        <p:grpSpPr>
          <a:xfrm rot="0">
            <a:off x="72918320" y="16137255"/>
            <a:ext cx="10078085" cy="8429625"/>
            <a:chOff x="53765" y="17173"/>
            <a:chExt cx="9664" cy="5572"/>
          </a:xfrm>
        </p:grpSpPr>
        <p:sp>
          <p:nvSpPr>
            <p:cNvPr id="82" name="文本框 81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第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二轮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(1-1</a:t>
              </a:r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分组</a:t>
              </a:r>
              <a:r>
                <a:rPr lang="en-US" altLang="zh-CN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)</a:t>
              </a:r>
              <a:endParaRPr lang="en-US" altLang="zh-CN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84" name="组合 83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85" name="矩形 84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</a:rPr>
                  <a:t>待定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86" name="矩形 85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87" name="矩形 86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季军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accent1"/>
                    </a:solidFill>
                  </a:rPr>
                  <a:t>🥉</a:t>
                </a:r>
                <a:endParaRPr lang="zh-CN" altLang="en-US" sz="455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88" name="矩形 87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89" name="组合 88"/>
          <p:cNvGrpSpPr/>
          <p:nvPr/>
        </p:nvGrpSpPr>
        <p:grpSpPr>
          <a:xfrm rot="0">
            <a:off x="72919590" y="6839585"/>
            <a:ext cx="10075545" cy="8429625"/>
            <a:chOff x="53765" y="17173"/>
            <a:chExt cx="9664" cy="5572"/>
          </a:xfrm>
        </p:grpSpPr>
        <p:sp>
          <p:nvSpPr>
            <p:cNvPr id="90" name="文本框 89"/>
            <p:cNvSpPr txBox="1"/>
            <p:nvPr/>
          </p:nvSpPr>
          <p:spPr>
            <a:xfrm>
              <a:off x="53765" y="17173"/>
              <a:ext cx="9665" cy="158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square" rtlCol="0" anchor="ctr" anchorCtr="0">
              <a:noAutofit/>
            </a:bodyPr>
            <a:p>
              <a:pPr algn="ctr"/>
              <a:r>
                <a:rPr lang="zh-CN" altLang="en-US" sz="4550" b="1">
                  <a:solidFill>
                    <a:schemeClr val="accent1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总决赛</a:t>
              </a:r>
              <a:endParaRPr lang="zh-CN" altLang="en-US" sz="4550" b="1">
                <a:solidFill>
                  <a:schemeClr val="accent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91" name="矩形 90"/>
            <p:cNvSpPr/>
            <p:nvPr/>
          </p:nvSpPr>
          <p:spPr>
            <a:xfrm>
              <a:off x="53765" y="18757"/>
              <a:ext cx="9665" cy="3988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solidFill>
                <a:schemeClr val="tx1"/>
              </a:solidFill>
              <a:prstDash val="dash"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560"/>
            </a:p>
          </p:txBody>
        </p:sp>
        <p:grpSp>
          <p:nvGrpSpPr>
            <p:cNvPr id="92" name="组合 91"/>
            <p:cNvGrpSpPr/>
            <p:nvPr/>
          </p:nvGrpSpPr>
          <p:grpSpPr>
            <a:xfrm rot="0">
              <a:off x="54888" y="19247"/>
              <a:ext cx="7420" cy="2997"/>
              <a:chOff x="431" y="349"/>
              <a:chExt cx="3918" cy="1789"/>
            </a:xfrm>
          </p:grpSpPr>
          <p:sp>
            <p:nvSpPr>
              <p:cNvPr id="93" name="矩形 92"/>
              <p:cNvSpPr/>
              <p:nvPr/>
            </p:nvSpPr>
            <p:spPr>
              <a:xfrm>
                <a:off x="431" y="349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冠军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🏆</a:t>
                </a:r>
                <a:endParaRPr lang="zh-CN" altLang="en-US" sz="4550" b="1">
                  <a:solidFill>
                    <a:schemeClr val="tx1"/>
                  </a:solidFill>
                </a:endParaRPr>
              </a:p>
            </p:txBody>
          </p:sp>
          <p:sp>
            <p:nvSpPr>
              <p:cNvPr id="96" name="矩形 95"/>
              <p:cNvSpPr/>
              <p:nvPr/>
            </p:nvSpPr>
            <p:spPr>
              <a:xfrm>
                <a:off x="3633" y="349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rgbClr val="0070C0"/>
                  </a:solidFill>
                </a:endParaRPr>
              </a:p>
            </p:txBody>
          </p:sp>
          <p:sp>
            <p:nvSpPr>
              <p:cNvPr id="99" name="矩形 98"/>
              <p:cNvSpPr/>
              <p:nvPr/>
            </p:nvSpPr>
            <p:spPr>
              <a:xfrm>
                <a:off x="431" y="1244"/>
                <a:ext cx="3202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zh-CN" altLang="en-US" sz="4550" b="1">
                    <a:solidFill>
                      <a:schemeClr val="tx1"/>
                    </a:solidFill>
                    <a:sym typeface="+mn-ea"/>
                  </a:rPr>
                  <a:t>待定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(</a:t>
                </a:r>
                <a:r>
                  <a:rPr lang="zh-CN" altLang="en-US" sz="4550" b="1">
                    <a:solidFill>
                      <a:schemeClr val="tx1"/>
                    </a:solidFill>
                  </a:rPr>
                  <a:t>亚军</a:t>
                </a:r>
                <a:r>
                  <a:rPr lang="en-US" altLang="zh-CN" sz="4550" b="1">
                    <a:solidFill>
                      <a:schemeClr val="tx1"/>
                    </a:solidFill>
                  </a:rPr>
                  <a:t>)</a:t>
                </a:r>
                <a:r>
                  <a:rPr lang="zh-CN" altLang="en-US" sz="4550" b="1">
                    <a:solidFill>
                      <a:schemeClr val="accent1"/>
                    </a:solidFill>
                  </a:rPr>
                  <a:t>🥈</a:t>
                </a:r>
                <a:endParaRPr lang="zh-CN" altLang="en-US" sz="4550" b="1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00" name="矩形 99"/>
              <p:cNvSpPr/>
              <p:nvPr/>
            </p:nvSpPr>
            <p:spPr>
              <a:xfrm>
                <a:off x="3633" y="1244"/>
                <a:ext cx="717" cy="8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</a:extLst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r>
                  <a:rPr lang="en-US" sz="4550" b="1">
                    <a:solidFill>
                      <a:srgbClr val="0070C0"/>
                    </a:solidFill>
                  </a:rPr>
                  <a:t>/</a:t>
                </a:r>
                <a:endParaRPr lang="en-US" sz="4550" b="1">
                  <a:solidFill>
                    <a:schemeClr val="tx1"/>
                  </a:solidFill>
                </a:endParaRP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560</Words>
  <Application>WPS 演示</Application>
  <PresentationFormat>宽屏</PresentationFormat>
  <Paragraphs>224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Chadiy</cp:lastModifiedBy>
  <cp:revision>91</cp:revision>
  <dcterms:created xsi:type="dcterms:W3CDTF">2023-08-09T12:44:00Z</dcterms:created>
  <dcterms:modified xsi:type="dcterms:W3CDTF">2026-04-18T14:40:44Z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2052-12.1.0.25865</vt:lpwstr>
  </property>
  <property fmtid="{D5CDD505-2E9C-101B-9397-08002B2CF9AE}" pid="3" name="ICV">
    <vt:lpwstr>EC36D588B10B4BAFB362F4820491652F_12</vt:lpwstr>
  </property>
</Properties>
</file>