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handoutMasterIdLst>
    <p:handoutMasterId r:id="rId5"/>
  </p:handoutMasterIdLst>
  <p:sldIdLst>
    <p:sldId id="256" r:id="rId3"/>
  </p:sldIdLst>
  <p:sldSz cx="51198780" cy="5119878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126" userDrawn="1">
          <p15:clr>
            <a:srgbClr val="A4A3A4"/>
          </p15:clr>
        </p15:guide>
        <p15:guide id="2" pos="1612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116" d="100"/>
          <a:sy n="116" d="100"/>
        </p:scale>
        <p:origin x="336" y="108"/>
      </p:cViewPr>
      <p:guideLst>
        <p:guide orient="horz" pos="16126"/>
        <p:guide pos="16126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7" Type="http://schemas.openxmlformats.org/officeDocument/2006/relationships/viewProps" Target="viewProps.xml"/><Relationship Id="rId6" Type="http://schemas.openxmlformats.org/officeDocument/2006/relationships/presProps" Target="presProps.xml"/><Relationship Id="rId5" Type="http://schemas.openxmlformats.org/officeDocument/2006/relationships/handoutMaster" Target="handoutMasters/handoutMaster1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1885950" y="1143000"/>
            <a:ext cx="30861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6400210" y="8379767"/>
            <a:ext cx="38401259" cy="17826257"/>
          </a:xfrm>
        </p:spPr>
        <p:txBody>
          <a:bodyPr anchor="b"/>
          <a:lstStyle>
            <a:lvl1pPr algn="ctr">
              <a:defRPr sz="336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6400210" y="26893472"/>
            <a:ext cx="38401259" cy="12362221"/>
          </a:xfrm>
        </p:spPr>
        <p:txBody>
          <a:bodyPr/>
          <a:lstStyle>
            <a:lvl1pPr marL="0" indent="0" algn="ctr">
              <a:buNone/>
              <a:defRPr sz="13440"/>
            </a:lvl1pPr>
            <a:lvl2pPr marL="2560320" indent="0" algn="ctr">
              <a:buNone/>
              <a:defRPr sz="11200"/>
            </a:lvl2pPr>
            <a:lvl3pPr marL="5120640" indent="0" algn="ctr">
              <a:buNone/>
              <a:defRPr sz="10085"/>
            </a:lvl3pPr>
            <a:lvl4pPr marL="7680960" indent="0" algn="ctr">
              <a:buNone/>
              <a:defRPr sz="8960"/>
            </a:lvl4pPr>
            <a:lvl5pPr marL="10239375" indent="0" algn="ctr">
              <a:buNone/>
              <a:defRPr sz="8960"/>
            </a:lvl5pPr>
            <a:lvl6pPr marL="12799695" indent="0" algn="ctr">
              <a:buNone/>
              <a:defRPr sz="8960"/>
            </a:lvl6pPr>
            <a:lvl7pPr marL="15360015" indent="0" algn="ctr">
              <a:buNone/>
              <a:defRPr sz="8960"/>
            </a:lvl7pPr>
            <a:lvl8pPr marL="17921605" indent="0" algn="ctr">
              <a:buNone/>
              <a:defRPr sz="8960"/>
            </a:lvl8pPr>
            <a:lvl9pPr marL="20481925" indent="0" algn="ctr">
              <a:buNone/>
              <a:defRPr sz="8960"/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493448" y="12765215"/>
            <a:ext cx="44161447" cy="21299054"/>
          </a:xfrm>
        </p:spPr>
        <p:txBody>
          <a:bodyPr anchor="b"/>
          <a:lstStyle>
            <a:lvl1pPr>
              <a:defRPr sz="336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3493448" y="34265767"/>
            <a:ext cx="44161447" cy="11200669"/>
          </a:xfrm>
        </p:spPr>
        <p:txBody>
          <a:bodyPr/>
          <a:lstStyle>
            <a:lvl1pPr marL="0" indent="0">
              <a:buNone/>
              <a:defRPr sz="13440">
                <a:solidFill>
                  <a:schemeClr val="tx1">
                    <a:tint val="75000"/>
                  </a:schemeClr>
                </a:solidFill>
              </a:defRPr>
            </a:lvl1pPr>
            <a:lvl2pPr marL="2560320" indent="0">
              <a:buNone/>
              <a:defRPr sz="11200">
                <a:solidFill>
                  <a:schemeClr val="tx1">
                    <a:tint val="75000"/>
                  </a:schemeClr>
                </a:solidFill>
              </a:defRPr>
            </a:lvl2pPr>
            <a:lvl3pPr marL="5120640" indent="0">
              <a:buNone/>
              <a:defRPr sz="10085">
                <a:solidFill>
                  <a:schemeClr val="tx1">
                    <a:tint val="75000"/>
                  </a:schemeClr>
                </a:solidFill>
              </a:defRPr>
            </a:lvl3pPr>
            <a:lvl4pPr marL="7680960" indent="0">
              <a:buNone/>
              <a:defRPr sz="8960">
                <a:solidFill>
                  <a:schemeClr val="tx1">
                    <a:tint val="75000"/>
                  </a:schemeClr>
                </a:solidFill>
              </a:defRPr>
            </a:lvl4pPr>
            <a:lvl5pPr marL="10239375" indent="0">
              <a:buNone/>
              <a:defRPr sz="8960">
                <a:solidFill>
                  <a:schemeClr val="tx1">
                    <a:tint val="75000"/>
                  </a:schemeClr>
                </a:solidFill>
              </a:defRPr>
            </a:lvl5pPr>
            <a:lvl6pPr marL="12799695" indent="0">
              <a:buNone/>
              <a:defRPr sz="8960">
                <a:solidFill>
                  <a:schemeClr val="tx1">
                    <a:tint val="75000"/>
                  </a:schemeClr>
                </a:solidFill>
              </a:defRPr>
            </a:lvl6pPr>
            <a:lvl7pPr marL="15360015" indent="0">
              <a:buNone/>
              <a:defRPr sz="8960">
                <a:solidFill>
                  <a:schemeClr val="tx1">
                    <a:tint val="75000"/>
                  </a:schemeClr>
                </a:solidFill>
              </a:defRPr>
            </a:lvl7pPr>
            <a:lvl8pPr marL="17921605" indent="0">
              <a:buNone/>
              <a:defRPr sz="8960">
                <a:solidFill>
                  <a:schemeClr val="tx1">
                    <a:tint val="75000"/>
                  </a:schemeClr>
                </a:solidFill>
              </a:defRPr>
            </a:lvl8pPr>
            <a:lvl9pPr marL="20481925" indent="0">
              <a:buNone/>
              <a:defRPr sz="896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3520115" y="13630449"/>
            <a:ext cx="21760713" cy="32487882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25920850" y="13630449"/>
            <a:ext cx="21760713" cy="32487882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526784" y="2726090"/>
            <a:ext cx="44161447" cy="9896895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3526784" y="12551869"/>
            <a:ext cx="21660708" cy="6151477"/>
          </a:xfrm>
        </p:spPr>
        <p:txBody>
          <a:bodyPr anchor="b"/>
          <a:lstStyle>
            <a:lvl1pPr marL="0" indent="0">
              <a:buNone/>
              <a:defRPr sz="13440" b="1"/>
            </a:lvl1pPr>
            <a:lvl2pPr marL="2560320" indent="0">
              <a:buNone/>
              <a:defRPr sz="11200" b="1"/>
            </a:lvl2pPr>
            <a:lvl3pPr marL="5120640" indent="0">
              <a:buNone/>
              <a:defRPr sz="10085" b="1"/>
            </a:lvl3pPr>
            <a:lvl4pPr marL="7680960" indent="0">
              <a:buNone/>
              <a:defRPr sz="8960" b="1"/>
            </a:lvl4pPr>
            <a:lvl5pPr marL="10239375" indent="0">
              <a:buNone/>
              <a:defRPr sz="8960" b="1"/>
            </a:lvl5pPr>
            <a:lvl6pPr marL="12799695" indent="0">
              <a:buNone/>
              <a:defRPr sz="8960" b="1"/>
            </a:lvl6pPr>
            <a:lvl7pPr marL="15360015" indent="0">
              <a:buNone/>
              <a:defRPr sz="8960" b="1"/>
            </a:lvl7pPr>
            <a:lvl8pPr marL="17921605" indent="0">
              <a:buNone/>
              <a:defRPr sz="8960" b="1"/>
            </a:lvl8pPr>
            <a:lvl9pPr marL="20481925" indent="0">
              <a:buNone/>
              <a:defRPr sz="896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3526784" y="18703346"/>
            <a:ext cx="21660708" cy="27509805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25920850" y="12551869"/>
            <a:ext cx="21767382" cy="6151477"/>
          </a:xfrm>
        </p:spPr>
        <p:txBody>
          <a:bodyPr anchor="b"/>
          <a:lstStyle>
            <a:lvl1pPr marL="0" indent="0">
              <a:buNone/>
              <a:defRPr sz="13440" b="1"/>
            </a:lvl1pPr>
            <a:lvl2pPr marL="2560320" indent="0">
              <a:buNone/>
              <a:defRPr sz="11200" b="1"/>
            </a:lvl2pPr>
            <a:lvl3pPr marL="5120640" indent="0">
              <a:buNone/>
              <a:defRPr sz="10085" b="1"/>
            </a:lvl3pPr>
            <a:lvl4pPr marL="7680960" indent="0">
              <a:buNone/>
              <a:defRPr sz="8960" b="1"/>
            </a:lvl4pPr>
            <a:lvl5pPr marL="10239375" indent="0">
              <a:buNone/>
              <a:defRPr sz="8960" b="1"/>
            </a:lvl5pPr>
            <a:lvl6pPr marL="12799695" indent="0">
              <a:buNone/>
              <a:defRPr sz="8960" b="1"/>
            </a:lvl6pPr>
            <a:lvl7pPr marL="15360015" indent="0">
              <a:buNone/>
              <a:defRPr sz="8960" b="1"/>
            </a:lvl7pPr>
            <a:lvl8pPr marL="17921605" indent="0">
              <a:buNone/>
              <a:defRPr sz="8960" b="1"/>
            </a:lvl8pPr>
            <a:lvl9pPr marL="20481925" indent="0">
              <a:buNone/>
              <a:defRPr sz="896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25920850" y="18703346"/>
            <a:ext cx="21767382" cy="27509805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526784" y="3413538"/>
            <a:ext cx="16513873" cy="11947385"/>
          </a:xfrm>
        </p:spPr>
        <p:txBody>
          <a:bodyPr anchor="b"/>
          <a:lstStyle>
            <a:lvl1pPr>
              <a:defRPr sz="1792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21767382" y="7372295"/>
            <a:ext cx="25920850" cy="36387372"/>
          </a:xfrm>
        </p:spPr>
        <p:txBody>
          <a:bodyPr/>
          <a:lstStyle>
            <a:lvl1pPr>
              <a:defRPr sz="17920"/>
            </a:lvl1pPr>
            <a:lvl2pPr>
              <a:defRPr sz="15680"/>
            </a:lvl2pPr>
            <a:lvl3pPr>
              <a:defRPr sz="13440"/>
            </a:lvl3pPr>
            <a:lvl4pPr>
              <a:defRPr sz="11200"/>
            </a:lvl4pPr>
            <a:lvl5pPr>
              <a:defRPr sz="11200"/>
            </a:lvl5pPr>
            <a:lvl6pPr>
              <a:defRPr sz="11200"/>
            </a:lvl6pPr>
            <a:lvl7pPr>
              <a:defRPr sz="11200"/>
            </a:lvl7pPr>
            <a:lvl8pPr>
              <a:defRPr sz="11200"/>
            </a:lvl8pPr>
            <a:lvl9pPr>
              <a:defRPr sz="112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3526784" y="15360923"/>
            <a:ext cx="16513873" cy="28458010"/>
          </a:xfrm>
        </p:spPr>
        <p:txBody>
          <a:bodyPr/>
          <a:lstStyle>
            <a:lvl1pPr marL="0" indent="0">
              <a:buNone/>
              <a:defRPr sz="8960"/>
            </a:lvl1pPr>
            <a:lvl2pPr marL="2560320" indent="0">
              <a:buNone/>
              <a:defRPr sz="7845"/>
            </a:lvl2pPr>
            <a:lvl3pPr marL="5120640" indent="0">
              <a:buNone/>
              <a:defRPr sz="6720"/>
            </a:lvl3pPr>
            <a:lvl4pPr marL="7680960" indent="0">
              <a:buNone/>
              <a:defRPr sz="5605"/>
            </a:lvl4pPr>
            <a:lvl5pPr marL="10239375" indent="0">
              <a:buNone/>
              <a:defRPr sz="5605"/>
            </a:lvl5pPr>
            <a:lvl6pPr marL="12799695" indent="0">
              <a:buNone/>
              <a:defRPr sz="5605"/>
            </a:lvl6pPr>
            <a:lvl7pPr marL="15360015" indent="0">
              <a:buNone/>
              <a:defRPr sz="5605"/>
            </a:lvl7pPr>
            <a:lvl8pPr marL="17921605" indent="0">
              <a:buNone/>
              <a:defRPr sz="5605"/>
            </a:lvl8pPr>
            <a:lvl9pPr marL="20481925" indent="0">
              <a:buNone/>
              <a:defRPr sz="5605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526784" y="3413538"/>
            <a:ext cx="16513873" cy="11947385"/>
          </a:xfrm>
        </p:spPr>
        <p:txBody>
          <a:bodyPr anchor="b"/>
          <a:lstStyle>
            <a:lvl1pPr>
              <a:defRPr sz="1792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21767382" y="7372295"/>
            <a:ext cx="25920850" cy="36387372"/>
          </a:xfrm>
        </p:spPr>
        <p:txBody>
          <a:bodyPr/>
          <a:lstStyle>
            <a:lvl1pPr marL="0" indent="0">
              <a:buNone/>
              <a:defRPr sz="17920"/>
            </a:lvl1pPr>
            <a:lvl2pPr marL="2560320" indent="0">
              <a:buNone/>
              <a:defRPr sz="15680"/>
            </a:lvl2pPr>
            <a:lvl3pPr marL="5120640" indent="0">
              <a:buNone/>
              <a:defRPr sz="13440"/>
            </a:lvl3pPr>
            <a:lvl4pPr marL="7680960" indent="0">
              <a:buNone/>
              <a:defRPr sz="11200"/>
            </a:lvl4pPr>
            <a:lvl5pPr marL="10239375" indent="0">
              <a:buNone/>
              <a:defRPr sz="11200"/>
            </a:lvl5pPr>
            <a:lvl6pPr marL="12799695" indent="0">
              <a:buNone/>
              <a:defRPr sz="11200"/>
            </a:lvl6pPr>
            <a:lvl7pPr marL="15360015" indent="0">
              <a:buNone/>
              <a:defRPr sz="11200"/>
            </a:lvl7pPr>
            <a:lvl8pPr marL="17921605" indent="0">
              <a:buNone/>
              <a:defRPr sz="11200"/>
            </a:lvl8pPr>
            <a:lvl9pPr marL="20481925" indent="0">
              <a:buNone/>
              <a:defRPr sz="112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3526784" y="15360923"/>
            <a:ext cx="16513873" cy="28458010"/>
          </a:xfrm>
        </p:spPr>
        <p:txBody>
          <a:bodyPr/>
          <a:lstStyle>
            <a:lvl1pPr marL="0" indent="0">
              <a:buNone/>
              <a:defRPr sz="8960"/>
            </a:lvl1pPr>
            <a:lvl2pPr marL="2560320" indent="0">
              <a:buNone/>
              <a:defRPr sz="7845"/>
            </a:lvl2pPr>
            <a:lvl3pPr marL="5120640" indent="0">
              <a:buNone/>
              <a:defRPr sz="6720"/>
            </a:lvl3pPr>
            <a:lvl4pPr marL="7680960" indent="0">
              <a:buNone/>
              <a:defRPr sz="5605"/>
            </a:lvl4pPr>
            <a:lvl5pPr marL="10239375" indent="0">
              <a:buNone/>
              <a:defRPr sz="5605"/>
            </a:lvl5pPr>
            <a:lvl6pPr marL="12799695" indent="0">
              <a:buNone/>
              <a:defRPr sz="5605"/>
            </a:lvl6pPr>
            <a:lvl7pPr marL="15360015" indent="0">
              <a:buNone/>
              <a:defRPr sz="5605"/>
            </a:lvl7pPr>
            <a:lvl8pPr marL="17921605" indent="0">
              <a:buNone/>
              <a:defRPr sz="5605"/>
            </a:lvl8pPr>
            <a:lvl9pPr marL="20481925" indent="0">
              <a:buNone/>
              <a:defRPr sz="5605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36641201" y="2726090"/>
            <a:ext cx="11040362" cy="43392241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3520115" y="2726090"/>
            <a:ext cx="32481065" cy="43392241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3520115" y="2726090"/>
            <a:ext cx="44161447" cy="989689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3520115" y="13630449"/>
            <a:ext cx="44161447" cy="3248788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3520115" y="47457667"/>
            <a:ext cx="11520378" cy="272609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67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16960556" y="47457667"/>
            <a:ext cx="17280566" cy="272609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67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36161185" y="47457667"/>
            <a:ext cx="11520378" cy="272609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7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5120640" rtl="0" eaLnBrk="1" latinLnBrk="0" hangingPunct="1">
        <a:lnSpc>
          <a:spcPct val="90000"/>
        </a:lnSpc>
        <a:spcBef>
          <a:spcPct val="0"/>
        </a:spcBef>
        <a:buNone/>
        <a:defRPr sz="2464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280795" indent="-1280795" algn="l" defTabSz="5120640" rtl="0" eaLnBrk="1" latinLnBrk="0" hangingPunct="1">
        <a:lnSpc>
          <a:spcPct val="90000"/>
        </a:lnSpc>
        <a:spcBef>
          <a:spcPts val="5610"/>
        </a:spcBef>
        <a:buFont typeface="Arial" panose="020B0604020202020204" pitchFamily="34" charset="0"/>
        <a:buChar char="•"/>
        <a:defRPr sz="15680" kern="1200">
          <a:solidFill>
            <a:schemeClr val="tx1"/>
          </a:solidFill>
          <a:latin typeface="+mn-lt"/>
          <a:ea typeface="+mn-ea"/>
          <a:cs typeface="+mn-cs"/>
        </a:defRPr>
      </a:lvl1pPr>
      <a:lvl2pPr marL="3841115" indent="-1280795" algn="l" defTabSz="5120640" rtl="0" eaLnBrk="1" latinLnBrk="0" hangingPunct="1">
        <a:lnSpc>
          <a:spcPct val="90000"/>
        </a:lnSpc>
        <a:spcBef>
          <a:spcPts val="2810"/>
        </a:spcBef>
        <a:buFont typeface="Arial" panose="020B0604020202020204" pitchFamily="34" charset="0"/>
        <a:buChar char="•"/>
        <a:defRPr sz="13440" kern="1200">
          <a:solidFill>
            <a:schemeClr val="tx1"/>
          </a:solidFill>
          <a:latin typeface="+mn-lt"/>
          <a:ea typeface="+mn-ea"/>
          <a:cs typeface="+mn-cs"/>
        </a:defRPr>
      </a:lvl2pPr>
      <a:lvl3pPr marL="6401435" indent="-1280795" algn="l" defTabSz="5120640" rtl="0" eaLnBrk="1" latinLnBrk="0" hangingPunct="1">
        <a:lnSpc>
          <a:spcPct val="90000"/>
        </a:lnSpc>
        <a:spcBef>
          <a:spcPts val="2810"/>
        </a:spcBef>
        <a:buFont typeface="Arial" panose="020B0604020202020204" pitchFamily="34" charset="0"/>
        <a:buChar char="•"/>
        <a:defRPr sz="11200" kern="1200">
          <a:solidFill>
            <a:schemeClr val="tx1"/>
          </a:solidFill>
          <a:latin typeface="+mn-lt"/>
          <a:ea typeface="+mn-ea"/>
          <a:cs typeface="+mn-cs"/>
        </a:defRPr>
      </a:lvl3pPr>
      <a:lvl4pPr marL="8961755" indent="-1280795" algn="l" defTabSz="5120640" rtl="0" eaLnBrk="1" latinLnBrk="0" hangingPunct="1">
        <a:lnSpc>
          <a:spcPct val="90000"/>
        </a:lnSpc>
        <a:spcBef>
          <a:spcPts val="2810"/>
        </a:spcBef>
        <a:buFont typeface="Arial" panose="020B0604020202020204" pitchFamily="34" charset="0"/>
        <a:buChar char="•"/>
        <a:defRPr sz="10085" kern="1200">
          <a:solidFill>
            <a:schemeClr val="tx1"/>
          </a:solidFill>
          <a:latin typeface="+mn-lt"/>
          <a:ea typeface="+mn-ea"/>
          <a:cs typeface="+mn-cs"/>
        </a:defRPr>
      </a:lvl4pPr>
      <a:lvl5pPr marL="11520170" indent="-1280795" algn="l" defTabSz="5120640" rtl="0" eaLnBrk="1" latinLnBrk="0" hangingPunct="1">
        <a:lnSpc>
          <a:spcPct val="90000"/>
        </a:lnSpc>
        <a:spcBef>
          <a:spcPts val="2810"/>
        </a:spcBef>
        <a:buFont typeface="Arial" panose="020B0604020202020204" pitchFamily="34" charset="0"/>
        <a:buChar char="•"/>
        <a:defRPr sz="10085" kern="1200">
          <a:solidFill>
            <a:schemeClr val="tx1"/>
          </a:solidFill>
          <a:latin typeface="+mn-lt"/>
          <a:ea typeface="+mn-ea"/>
          <a:cs typeface="+mn-cs"/>
        </a:defRPr>
      </a:lvl5pPr>
      <a:lvl6pPr marL="14080490" indent="-1280795" algn="l" defTabSz="5120640" rtl="0" eaLnBrk="1" latinLnBrk="0" hangingPunct="1">
        <a:lnSpc>
          <a:spcPct val="90000"/>
        </a:lnSpc>
        <a:spcBef>
          <a:spcPts val="2810"/>
        </a:spcBef>
        <a:buFont typeface="Arial" panose="020B0604020202020204" pitchFamily="34" charset="0"/>
        <a:buChar char="•"/>
        <a:defRPr sz="10085" kern="1200">
          <a:solidFill>
            <a:schemeClr val="tx1"/>
          </a:solidFill>
          <a:latin typeface="+mn-lt"/>
          <a:ea typeface="+mn-ea"/>
          <a:cs typeface="+mn-cs"/>
        </a:defRPr>
      </a:lvl6pPr>
      <a:lvl7pPr marL="16640810" indent="-1280795" algn="l" defTabSz="5120640" rtl="0" eaLnBrk="1" latinLnBrk="0" hangingPunct="1">
        <a:lnSpc>
          <a:spcPct val="90000"/>
        </a:lnSpc>
        <a:spcBef>
          <a:spcPts val="2810"/>
        </a:spcBef>
        <a:buFont typeface="Arial" panose="020B0604020202020204" pitchFamily="34" charset="0"/>
        <a:buChar char="•"/>
        <a:defRPr sz="10085" kern="1200">
          <a:solidFill>
            <a:schemeClr val="tx1"/>
          </a:solidFill>
          <a:latin typeface="+mn-lt"/>
          <a:ea typeface="+mn-ea"/>
          <a:cs typeface="+mn-cs"/>
        </a:defRPr>
      </a:lvl7pPr>
      <a:lvl8pPr marL="19201130" indent="-1280795" algn="l" defTabSz="5120640" rtl="0" eaLnBrk="1" latinLnBrk="0" hangingPunct="1">
        <a:lnSpc>
          <a:spcPct val="90000"/>
        </a:lnSpc>
        <a:spcBef>
          <a:spcPts val="2810"/>
        </a:spcBef>
        <a:buFont typeface="Arial" panose="020B0604020202020204" pitchFamily="34" charset="0"/>
        <a:buChar char="•"/>
        <a:defRPr sz="10085" kern="1200">
          <a:solidFill>
            <a:schemeClr val="tx1"/>
          </a:solidFill>
          <a:latin typeface="+mn-lt"/>
          <a:ea typeface="+mn-ea"/>
          <a:cs typeface="+mn-cs"/>
        </a:defRPr>
      </a:lvl8pPr>
      <a:lvl9pPr marL="21761450" indent="-1280795" algn="l" defTabSz="5120640" rtl="0" eaLnBrk="1" latinLnBrk="0" hangingPunct="1">
        <a:lnSpc>
          <a:spcPct val="90000"/>
        </a:lnSpc>
        <a:spcBef>
          <a:spcPts val="2810"/>
        </a:spcBef>
        <a:buFont typeface="Arial" panose="020B0604020202020204" pitchFamily="34" charset="0"/>
        <a:buChar char="•"/>
        <a:defRPr sz="1008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5120640" rtl="0" eaLnBrk="1" latinLnBrk="0" hangingPunct="1">
        <a:defRPr sz="10085" kern="1200">
          <a:solidFill>
            <a:schemeClr val="tx1"/>
          </a:solidFill>
          <a:latin typeface="+mn-lt"/>
          <a:ea typeface="+mn-ea"/>
          <a:cs typeface="+mn-cs"/>
        </a:defRPr>
      </a:lvl1pPr>
      <a:lvl2pPr marL="2560320" algn="l" defTabSz="5120640" rtl="0" eaLnBrk="1" latinLnBrk="0" hangingPunct="1">
        <a:defRPr sz="10085" kern="1200">
          <a:solidFill>
            <a:schemeClr val="tx1"/>
          </a:solidFill>
          <a:latin typeface="+mn-lt"/>
          <a:ea typeface="+mn-ea"/>
          <a:cs typeface="+mn-cs"/>
        </a:defRPr>
      </a:lvl2pPr>
      <a:lvl3pPr marL="5120640" algn="l" defTabSz="5120640" rtl="0" eaLnBrk="1" latinLnBrk="0" hangingPunct="1">
        <a:defRPr sz="10085" kern="1200">
          <a:solidFill>
            <a:schemeClr val="tx1"/>
          </a:solidFill>
          <a:latin typeface="+mn-lt"/>
          <a:ea typeface="+mn-ea"/>
          <a:cs typeface="+mn-cs"/>
        </a:defRPr>
      </a:lvl3pPr>
      <a:lvl4pPr marL="7680960" algn="l" defTabSz="5120640" rtl="0" eaLnBrk="1" latinLnBrk="0" hangingPunct="1">
        <a:defRPr sz="10085" kern="1200">
          <a:solidFill>
            <a:schemeClr val="tx1"/>
          </a:solidFill>
          <a:latin typeface="+mn-lt"/>
          <a:ea typeface="+mn-ea"/>
          <a:cs typeface="+mn-cs"/>
        </a:defRPr>
      </a:lvl4pPr>
      <a:lvl5pPr marL="10239375" algn="l" defTabSz="5120640" rtl="0" eaLnBrk="1" latinLnBrk="0" hangingPunct="1">
        <a:defRPr sz="10085" kern="1200">
          <a:solidFill>
            <a:schemeClr val="tx1"/>
          </a:solidFill>
          <a:latin typeface="+mn-lt"/>
          <a:ea typeface="+mn-ea"/>
          <a:cs typeface="+mn-cs"/>
        </a:defRPr>
      </a:lvl5pPr>
      <a:lvl6pPr marL="12799695" algn="l" defTabSz="5120640" rtl="0" eaLnBrk="1" latinLnBrk="0" hangingPunct="1">
        <a:defRPr sz="10085" kern="1200">
          <a:solidFill>
            <a:schemeClr val="tx1"/>
          </a:solidFill>
          <a:latin typeface="+mn-lt"/>
          <a:ea typeface="+mn-ea"/>
          <a:cs typeface="+mn-cs"/>
        </a:defRPr>
      </a:lvl6pPr>
      <a:lvl7pPr marL="15360015" algn="l" defTabSz="5120640" rtl="0" eaLnBrk="1" latinLnBrk="0" hangingPunct="1">
        <a:defRPr sz="10085" kern="1200">
          <a:solidFill>
            <a:schemeClr val="tx1"/>
          </a:solidFill>
          <a:latin typeface="+mn-lt"/>
          <a:ea typeface="+mn-ea"/>
          <a:cs typeface="+mn-cs"/>
        </a:defRPr>
      </a:lvl7pPr>
      <a:lvl8pPr marL="17921605" algn="l" defTabSz="5120640" rtl="0" eaLnBrk="1" latinLnBrk="0" hangingPunct="1">
        <a:defRPr sz="10085" kern="1200">
          <a:solidFill>
            <a:schemeClr val="tx1"/>
          </a:solidFill>
          <a:latin typeface="+mn-lt"/>
          <a:ea typeface="+mn-ea"/>
          <a:cs typeface="+mn-cs"/>
        </a:defRPr>
      </a:lvl8pPr>
      <a:lvl9pPr marL="20481925" algn="l" defTabSz="5120640" rtl="0" eaLnBrk="1" latinLnBrk="0" hangingPunct="1">
        <a:defRPr sz="1008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99" name="组合 98"/>
          <p:cNvGrpSpPr/>
          <p:nvPr/>
        </p:nvGrpSpPr>
        <p:grpSpPr>
          <a:xfrm rot="0">
            <a:off x="50442495" y="2662555"/>
            <a:ext cx="30412055" cy="24473535"/>
            <a:chOff x="14110" y="1022"/>
            <a:chExt cx="41334" cy="43538"/>
          </a:xfrm>
        </p:grpSpPr>
        <p:sp>
          <p:nvSpPr>
            <p:cNvPr id="98" name="矩形 97"/>
            <p:cNvSpPr/>
            <p:nvPr/>
          </p:nvSpPr>
          <p:spPr>
            <a:xfrm>
              <a:off x="14110" y="3899"/>
              <a:ext cx="41334" cy="40661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dash"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2560"/>
            </a:p>
          </p:txBody>
        </p:sp>
        <p:sp>
          <p:nvSpPr>
            <p:cNvPr id="49" name="文本框 48"/>
            <p:cNvSpPr txBox="1"/>
            <p:nvPr/>
          </p:nvSpPr>
          <p:spPr>
            <a:xfrm>
              <a:off x="14110" y="1022"/>
              <a:ext cx="41334" cy="2877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</p:spPr>
          <p:txBody>
            <a:bodyPr wrap="square" rtlCol="0" anchor="ctr" anchorCtr="0">
              <a:noAutofit/>
            </a:bodyPr>
            <a:p>
              <a:pPr algn="ctr"/>
              <a:r>
                <a:rPr lang="en-US" altLang="zh-CN" sz="720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8</a:t>
              </a:r>
              <a:r>
                <a:rPr lang="zh-CN" altLang="en-US" sz="720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进</a:t>
              </a:r>
              <a:r>
                <a:rPr lang="en-US" altLang="zh-CN" sz="720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4</a:t>
              </a:r>
              <a:r>
                <a:rPr lang="zh-CN" altLang="en-US" sz="720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淘汰赛</a:t>
              </a:r>
              <a:endParaRPr lang="zh-CN" altLang="en-US" sz="72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</p:grpSp>
      <p:grpSp>
        <p:nvGrpSpPr>
          <p:cNvPr id="46" name="组合 45"/>
          <p:cNvGrpSpPr/>
          <p:nvPr/>
        </p:nvGrpSpPr>
        <p:grpSpPr>
          <a:xfrm rot="0">
            <a:off x="51130835" y="4768215"/>
            <a:ext cx="29408755" cy="21133435"/>
            <a:chOff x="13865" y="49293"/>
            <a:chExt cx="35119" cy="21628"/>
          </a:xfrm>
        </p:grpSpPr>
        <p:grpSp>
          <p:nvGrpSpPr>
            <p:cNvPr id="101" name="组合 100"/>
            <p:cNvGrpSpPr/>
            <p:nvPr/>
          </p:nvGrpSpPr>
          <p:grpSpPr>
            <a:xfrm rot="0">
              <a:off x="13865" y="50876"/>
              <a:ext cx="11063" cy="9221"/>
              <a:chOff x="29092" y="4819"/>
              <a:chExt cx="10668" cy="12728"/>
            </a:xfrm>
          </p:grpSpPr>
          <p:sp>
            <p:nvSpPr>
              <p:cNvPr id="70" name="文本框 69"/>
              <p:cNvSpPr txBox="1"/>
              <p:nvPr/>
            </p:nvSpPr>
            <p:spPr>
              <a:xfrm>
                <a:off x="29092" y="4819"/>
                <a:ext cx="10668" cy="2186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</p:spPr>
            <p:txBody>
              <a:bodyPr wrap="square" rtlCol="0" anchor="ctr" anchorCtr="0">
                <a:noAutofit/>
              </a:bodyPr>
              <a:p>
                <a:pPr algn="ctr"/>
                <a:r>
                  <a:rPr lang="zh-CN" altLang="en-US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第二轮</a:t>
                </a:r>
                <a:r>
                  <a:rPr lang="en-US" altLang="zh-CN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(1-0</a:t>
                </a:r>
                <a:r>
                  <a:rPr lang="zh-CN" altLang="en-US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分组</a:t>
                </a:r>
                <a:r>
                  <a:rPr lang="en-US" altLang="zh-CN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)</a:t>
                </a:r>
                <a:endParaRPr lang="en-US" altLang="zh-CN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endParaRPr>
              </a:p>
            </p:txBody>
          </p:sp>
          <p:sp>
            <p:nvSpPr>
              <p:cNvPr id="71" name="矩形 70"/>
              <p:cNvSpPr/>
              <p:nvPr/>
            </p:nvSpPr>
            <p:spPr>
              <a:xfrm>
                <a:off x="29092" y="7005"/>
                <a:ext cx="10668" cy="1054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  <a:prstDash val="dash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2560"/>
              </a:p>
            </p:txBody>
          </p:sp>
          <p:grpSp>
            <p:nvGrpSpPr>
              <p:cNvPr id="72" name="组合 71"/>
              <p:cNvGrpSpPr/>
              <p:nvPr/>
            </p:nvGrpSpPr>
            <p:grpSpPr>
              <a:xfrm rot="0">
                <a:off x="30331" y="7682"/>
                <a:ext cx="8190" cy="4137"/>
                <a:chOff x="431" y="349"/>
                <a:chExt cx="3918" cy="1789"/>
              </a:xfrm>
            </p:grpSpPr>
            <p:sp>
              <p:nvSpPr>
                <p:cNvPr id="73" name="矩形 72"/>
                <p:cNvSpPr/>
                <p:nvPr/>
              </p:nvSpPr>
              <p:spPr>
                <a:xfrm>
                  <a:off x="431" y="349"/>
                  <a:ext cx="3202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4550" b="1">
                      <a:solidFill>
                        <a:schemeClr val="tx1"/>
                      </a:solidFill>
                    </a:rPr>
                    <a:t>待定</a:t>
                  </a:r>
                  <a:endParaRPr lang="en-US" altLang="zh-CN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74" name="矩形 73"/>
                <p:cNvSpPr/>
                <p:nvPr/>
              </p:nvSpPr>
              <p:spPr>
                <a:xfrm>
                  <a:off x="3633" y="349"/>
                  <a:ext cx="717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en-US" sz="4550" b="1">
                      <a:solidFill>
                        <a:srgbClr val="0070C0"/>
                      </a:solidFill>
                    </a:rPr>
                    <a:t>/</a:t>
                  </a:r>
                  <a:endParaRPr lang="en-US" sz="4550" b="1">
                    <a:solidFill>
                      <a:srgbClr val="0070C0"/>
                    </a:solidFill>
                  </a:endParaRPr>
                </a:p>
              </p:txBody>
            </p:sp>
            <p:sp>
              <p:nvSpPr>
                <p:cNvPr id="75" name="矩形 74"/>
                <p:cNvSpPr/>
                <p:nvPr/>
              </p:nvSpPr>
              <p:spPr>
                <a:xfrm>
                  <a:off x="431" y="1244"/>
                  <a:ext cx="3202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4550" b="1">
                      <a:solidFill>
                        <a:schemeClr val="tx1"/>
                      </a:solidFill>
                    </a:rPr>
                    <a:t>待定</a:t>
                  </a:r>
                  <a:endParaRPr lang="en-US" altLang="zh-CN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76" name="矩形 75"/>
                <p:cNvSpPr/>
                <p:nvPr/>
              </p:nvSpPr>
              <p:spPr>
                <a:xfrm>
                  <a:off x="3633" y="1244"/>
                  <a:ext cx="717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en-US" sz="4550" b="1">
                      <a:solidFill>
                        <a:srgbClr val="0070C0"/>
                      </a:solidFill>
                    </a:rPr>
                    <a:t>/</a:t>
                  </a:r>
                  <a:endParaRPr lang="en-US" sz="4550" b="1">
                    <a:solidFill>
                      <a:schemeClr val="tx1"/>
                    </a:solidFill>
                  </a:endParaRPr>
                </a:p>
              </p:txBody>
            </p:sp>
          </p:grpSp>
          <p:grpSp>
            <p:nvGrpSpPr>
              <p:cNvPr id="77" name="组合 76"/>
              <p:cNvGrpSpPr/>
              <p:nvPr/>
            </p:nvGrpSpPr>
            <p:grpSpPr>
              <a:xfrm rot="0">
                <a:off x="30333" y="12617"/>
                <a:ext cx="8190" cy="4137"/>
                <a:chOff x="431" y="349"/>
                <a:chExt cx="3918" cy="1789"/>
              </a:xfrm>
            </p:grpSpPr>
            <p:sp>
              <p:nvSpPr>
                <p:cNvPr id="78" name="矩形 77"/>
                <p:cNvSpPr/>
                <p:nvPr/>
              </p:nvSpPr>
              <p:spPr>
                <a:xfrm>
                  <a:off x="431" y="349"/>
                  <a:ext cx="3202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4550" b="1">
                      <a:solidFill>
                        <a:schemeClr val="tx1"/>
                      </a:solidFill>
                    </a:rPr>
                    <a:t>待定</a:t>
                  </a:r>
                  <a:endParaRPr lang="en-US" altLang="zh-CN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79" name="矩形 78"/>
                <p:cNvSpPr/>
                <p:nvPr/>
              </p:nvSpPr>
              <p:spPr>
                <a:xfrm>
                  <a:off x="3633" y="349"/>
                  <a:ext cx="717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en-US" sz="4550" b="1">
                      <a:solidFill>
                        <a:srgbClr val="0070C0"/>
                      </a:solidFill>
                    </a:rPr>
                    <a:t>/</a:t>
                  </a:r>
                  <a:endParaRPr lang="en-US" sz="4550" b="1">
                    <a:solidFill>
                      <a:srgbClr val="0070C0"/>
                    </a:solidFill>
                  </a:endParaRPr>
                </a:p>
              </p:txBody>
            </p:sp>
            <p:sp>
              <p:nvSpPr>
                <p:cNvPr id="80" name="矩形 79"/>
                <p:cNvSpPr/>
                <p:nvPr/>
              </p:nvSpPr>
              <p:spPr>
                <a:xfrm>
                  <a:off x="431" y="1244"/>
                  <a:ext cx="3202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4550" b="1">
                      <a:solidFill>
                        <a:schemeClr val="tx1"/>
                      </a:solidFill>
                    </a:rPr>
                    <a:t>待定</a:t>
                  </a:r>
                  <a:endParaRPr lang="en-US" altLang="zh-CN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81" name="矩形 80"/>
                <p:cNvSpPr/>
                <p:nvPr/>
              </p:nvSpPr>
              <p:spPr>
                <a:xfrm>
                  <a:off x="3633" y="1244"/>
                  <a:ext cx="717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en-US" sz="4550" b="1">
                      <a:solidFill>
                        <a:srgbClr val="0070C0"/>
                      </a:solidFill>
                    </a:rPr>
                    <a:t>/</a:t>
                  </a:r>
                  <a:endParaRPr lang="en-US" sz="4550" b="1">
                    <a:solidFill>
                      <a:schemeClr val="tx1"/>
                    </a:solidFill>
                  </a:endParaRPr>
                </a:p>
              </p:txBody>
            </p:sp>
          </p:grpSp>
        </p:grpSp>
        <p:grpSp>
          <p:nvGrpSpPr>
            <p:cNvPr id="100" name="组合 99"/>
            <p:cNvGrpSpPr/>
            <p:nvPr/>
          </p:nvGrpSpPr>
          <p:grpSpPr>
            <a:xfrm rot="0">
              <a:off x="13865" y="60482"/>
              <a:ext cx="11063" cy="9221"/>
              <a:chOff x="26358" y="25111"/>
              <a:chExt cx="10668" cy="12728"/>
            </a:xfrm>
          </p:grpSpPr>
          <p:sp>
            <p:nvSpPr>
              <p:cNvPr id="82" name="文本框 81"/>
              <p:cNvSpPr txBox="1"/>
              <p:nvPr/>
            </p:nvSpPr>
            <p:spPr>
              <a:xfrm>
                <a:off x="26358" y="25111"/>
                <a:ext cx="10668" cy="2186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</p:spPr>
            <p:txBody>
              <a:bodyPr wrap="square" rtlCol="0" anchor="ctr" anchorCtr="0">
                <a:noAutofit/>
              </a:bodyPr>
              <a:p>
                <a:pPr algn="ctr"/>
                <a:r>
                  <a:rPr lang="zh-CN" altLang="en-US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第二轮</a:t>
                </a:r>
                <a:r>
                  <a:rPr lang="en-US" altLang="zh-CN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(0-1</a:t>
                </a:r>
                <a:r>
                  <a:rPr lang="zh-CN" altLang="en-US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分组</a:t>
                </a:r>
                <a:r>
                  <a:rPr lang="en-US" altLang="zh-CN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)</a:t>
                </a:r>
                <a:endParaRPr lang="en-US" altLang="zh-CN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endParaRPr>
              </a:p>
            </p:txBody>
          </p:sp>
          <p:sp>
            <p:nvSpPr>
              <p:cNvPr id="83" name="矩形 82"/>
              <p:cNvSpPr/>
              <p:nvPr/>
            </p:nvSpPr>
            <p:spPr>
              <a:xfrm>
                <a:off x="26358" y="27297"/>
                <a:ext cx="10668" cy="1054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  <a:prstDash val="dash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2560"/>
              </a:p>
            </p:txBody>
          </p:sp>
          <p:grpSp>
            <p:nvGrpSpPr>
              <p:cNvPr id="84" name="组合 83"/>
              <p:cNvGrpSpPr/>
              <p:nvPr/>
            </p:nvGrpSpPr>
            <p:grpSpPr>
              <a:xfrm rot="0">
                <a:off x="27597" y="27974"/>
                <a:ext cx="8190" cy="4137"/>
                <a:chOff x="431" y="349"/>
                <a:chExt cx="3918" cy="1789"/>
              </a:xfrm>
            </p:grpSpPr>
            <p:sp>
              <p:nvSpPr>
                <p:cNvPr id="85" name="矩形 84"/>
                <p:cNvSpPr/>
                <p:nvPr/>
              </p:nvSpPr>
              <p:spPr>
                <a:xfrm>
                  <a:off x="431" y="349"/>
                  <a:ext cx="3202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4550" b="1">
                      <a:solidFill>
                        <a:schemeClr val="tx1"/>
                      </a:solidFill>
                    </a:rPr>
                    <a:t>待定</a:t>
                  </a:r>
                  <a:endParaRPr lang="en-US" altLang="zh-CN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86" name="矩形 85"/>
                <p:cNvSpPr/>
                <p:nvPr/>
              </p:nvSpPr>
              <p:spPr>
                <a:xfrm>
                  <a:off x="3633" y="349"/>
                  <a:ext cx="717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en-US" sz="4550" b="1">
                      <a:solidFill>
                        <a:srgbClr val="0070C0"/>
                      </a:solidFill>
                    </a:rPr>
                    <a:t>/</a:t>
                  </a:r>
                  <a:endParaRPr lang="en-US" sz="4550" b="1">
                    <a:solidFill>
                      <a:srgbClr val="0070C0"/>
                    </a:solidFill>
                  </a:endParaRPr>
                </a:p>
              </p:txBody>
            </p:sp>
            <p:sp>
              <p:nvSpPr>
                <p:cNvPr id="87" name="矩形 86"/>
                <p:cNvSpPr/>
                <p:nvPr/>
              </p:nvSpPr>
              <p:spPr>
                <a:xfrm>
                  <a:off x="431" y="1244"/>
                  <a:ext cx="3202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4550" b="1">
                      <a:solidFill>
                        <a:schemeClr val="tx1"/>
                      </a:solidFill>
                    </a:rPr>
                    <a:t>待定</a:t>
                  </a:r>
                  <a:endParaRPr lang="en-US" altLang="zh-CN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88" name="矩形 87"/>
                <p:cNvSpPr/>
                <p:nvPr/>
              </p:nvSpPr>
              <p:spPr>
                <a:xfrm>
                  <a:off x="3633" y="1244"/>
                  <a:ext cx="717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en-US" sz="4550" b="1">
                      <a:solidFill>
                        <a:schemeClr val="tx1"/>
                      </a:solidFill>
                    </a:rPr>
                    <a:t>/</a:t>
                  </a:r>
                  <a:endParaRPr lang="en-US" sz="4550" b="1">
                    <a:solidFill>
                      <a:schemeClr val="tx1"/>
                    </a:solidFill>
                  </a:endParaRPr>
                </a:p>
              </p:txBody>
            </p:sp>
          </p:grpSp>
          <p:grpSp>
            <p:nvGrpSpPr>
              <p:cNvPr id="89" name="组合 88"/>
              <p:cNvGrpSpPr/>
              <p:nvPr/>
            </p:nvGrpSpPr>
            <p:grpSpPr>
              <a:xfrm rot="0">
                <a:off x="27599" y="32909"/>
                <a:ext cx="8190" cy="4137"/>
                <a:chOff x="431" y="349"/>
                <a:chExt cx="3918" cy="1789"/>
              </a:xfrm>
            </p:grpSpPr>
            <p:sp>
              <p:nvSpPr>
                <p:cNvPr id="90" name="矩形 89"/>
                <p:cNvSpPr/>
                <p:nvPr/>
              </p:nvSpPr>
              <p:spPr>
                <a:xfrm>
                  <a:off x="431" y="349"/>
                  <a:ext cx="3202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4550" b="1">
                      <a:solidFill>
                        <a:schemeClr val="tx1"/>
                      </a:solidFill>
                    </a:rPr>
                    <a:t>待定</a:t>
                  </a:r>
                  <a:endParaRPr lang="en-US" altLang="zh-CN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91" name="矩形 90"/>
                <p:cNvSpPr/>
                <p:nvPr/>
              </p:nvSpPr>
              <p:spPr>
                <a:xfrm>
                  <a:off x="3633" y="349"/>
                  <a:ext cx="717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en-US" sz="4550" b="1">
                      <a:solidFill>
                        <a:srgbClr val="0070C0"/>
                      </a:solidFill>
                    </a:rPr>
                    <a:t>/</a:t>
                  </a:r>
                  <a:endParaRPr lang="en-US" sz="4550" b="1">
                    <a:solidFill>
                      <a:srgbClr val="0070C0"/>
                    </a:solidFill>
                  </a:endParaRPr>
                </a:p>
              </p:txBody>
            </p:sp>
            <p:sp>
              <p:nvSpPr>
                <p:cNvPr id="92" name="矩形 91"/>
                <p:cNvSpPr/>
                <p:nvPr/>
              </p:nvSpPr>
              <p:spPr>
                <a:xfrm>
                  <a:off x="431" y="1244"/>
                  <a:ext cx="3202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4550" b="1">
                      <a:solidFill>
                        <a:schemeClr val="tx1"/>
                      </a:solidFill>
                    </a:rPr>
                    <a:t>待定</a:t>
                  </a:r>
                  <a:endParaRPr lang="en-US" altLang="zh-CN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93" name="矩形 92"/>
                <p:cNvSpPr/>
                <p:nvPr/>
              </p:nvSpPr>
              <p:spPr>
                <a:xfrm>
                  <a:off x="3633" y="1244"/>
                  <a:ext cx="717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en-US" sz="4550" b="1">
                      <a:solidFill>
                        <a:srgbClr val="0070C0"/>
                      </a:solidFill>
                    </a:rPr>
                    <a:t>/</a:t>
                  </a:r>
                  <a:endParaRPr lang="en-US" sz="4550" b="1">
                    <a:solidFill>
                      <a:schemeClr val="tx1"/>
                    </a:solidFill>
                  </a:endParaRPr>
                </a:p>
              </p:txBody>
            </p:sp>
          </p:grpSp>
        </p:grpSp>
        <p:grpSp>
          <p:nvGrpSpPr>
            <p:cNvPr id="122" name="组合 121"/>
            <p:cNvGrpSpPr/>
            <p:nvPr/>
          </p:nvGrpSpPr>
          <p:grpSpPr>
            <a:xfrm rot="0">
              <a:off x="26141" y="49293"/>
              <a:ext cx="11063" cy="5829"/>
              <a:chOff x="37786" y="4819"/>
              <a:chExt cx="10668" cy="8046"/>
            </a:xfrm>
          </p:grpSpPr>
          <p:sp>
            <p:nvSpPr>
              <p:cNvPr id="103" name="文本框 102"/>
              <p:cNvSpPr txBox="1"/>
              <p:nvPr/>
            </p:nvSpPr>
            <p:spPr>
              <a:xfrm>
                <a:off x="37786" y="4819"/>
                <a:ext cx="10668" cy="2186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</p:spPr>
            <p:txBody>
              <a:bodyPr wrap="square" rtlCol="0" anchor="ctr" anchorCtr="0">
                <a:noAutofit/>
              </a:bodyPr>
              <a:p>
                <a:pPr algn="ctr"/>
                <a:r>
                  <a:rPr lang="en-US" altLang="zh-CN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2-0</a:t>
                </a:r>
                <a:r>
                  <a:rPr lang="zh-CN" altLang="en-US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晋级队伍</a:t>
                </a:r>
                <a:endParaRPr lang="en-US" altLang="zh-CN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endParaRPr>
              </a:p>
            </p:txBody>
          </p:sp>
          <p:sp>
            <p:nvSpPr>
              <p:cNvPr id="104" name="矩形 103"/>
              <p:cNvSpPr/>
              <p:nvPr/>
            </p:nvSpPr>
            <p:spPr>
              <a:xfrm>
                <a:off x="37786" y="7005"/>
                <a:ext cx="10668" cy="5861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  <a:prstDash val="dash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2560"/>
              </a:p>
            </p:txBody>
          </p:sp>
          <p:grpSp>
            <p:nvGrpSpPr>
              <p:cNvPr id="105" name="组合 104"/>
              <p:cNvGrpSpPr/>
              <p:nvPr/>
            </p:nvGrpSpPr>
            <p:grpSpPr>
              <a:xfrm rot="0">
                <a:off x="38774" y="7682"/>
                <a:ext cx="8692" cy="4139"/>
                <a:chOff x="431" y="349"/>
                <a:chExt cx="3202" cy="1790"/>
              </a:xfrm>
            </p:grpSpPr>
            <p:sp>
              <p:nvSpPr>
                <p:cNvPr id="106" name="矩形 105"/>
                <p:cNvSpPr/>
                <p:nvPr/>
              </p:nvSpPr>
              <p:spPr>
                <a:xfrm>
                  <a:off x="431" y="349"/>
                  <a:ext cx="3202" cy="895"/>
                </a:xfrm>
                <a:prstGeom prst="rect">
                  <a:avLst/>
                </a:prstGeom>
                <a:solidFill>
                  <a:schemeClr val="accent3">
                    <a:lumMod val="40000"/>
                    <a:lumOff val="60000"/>
                  </a:schemeClr>
                </a:solidFill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4550" b="1">
                      <a:solidFill>
                        <a:schemeClr val="tx1"/>
                      </a:solidFill>
                    </a:rPr>
                    <a:t>待定</a:t>
                  </a:r>
                  <a:endParaRPr lang="en-US" altLang="zh-CN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08" name="矩形 107"/>
                <p:cNvSpPr/>
                <p:nvPr/>
              </p:nvSpPr>
              <p:spPr>
                <a:xfrm>
                  <a:off x="431" y="1244"/>
                  <a:ext cx="3202" cy="895"/>
                </a:xfrm>
                <a:prstGeom prst="rect">
                  <a:avLst/>
                </a:prstGeom>
                <a:solidFill>
                  <a:schemeClr val="accent3">
                    <a:lumMod val="40000"/>
                    <a:lumOff val="60000"/>
                  </a:schemeClr>
                </a:solidFill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4550" b="1">
                      <a:solidFill>
                        <a:schemeClr val="tx1"/>
                      </a:solidFill>
                    </a:rPr>
                    <a:t>待定</a:t>
                  </a:r>
                  <a:endParaRPr lang="en-US" altLang="zh-CN" sz="4550" b="1">
                    <a:solidFill>
                      <a:schemeClr val="tx1"/>
                    </a:solidFill>
                  </a:endParaRPr>
                </a:p>
              </p:txBody>
            </p:sp>
          </p:grpSp>
        </p:grpSp>
        <p:grpSp>
          <p:nvGrpSpPr>
            <p:cNvPr id="123" name="组合 122"/>
            <p:cNvGrpSpPr/>
            <p:nvPr/>
          </p:nvGrpSpPr>
          <p:grpSpPr>
            <a:xfrm rot="0">
              <a:off x="26141" y="65093"/>
              <a:ext cx="11063" cy="5829"/>
              <a:chOff x="37786" y="31302"/>
              <a:chExt cx="10668" cy="8046"/>
            </a:xfrm>
          </p:grpSpPr>
          <p:sp>
            <p:nvSpPr>
              <p:cNvPr id="117" name="文本框 116"/>
              <p:cNvSpPr txBox="1"/>
              <p:nvPr/>
            </p:nvSpPr>
            <p:spPr>
              <a:xfrm>
                <a:off x="37786" y="31302"/>
                <a:ext cx="10668" cy="2186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</p:spPr>
            <p:txBody>
              <a:bodyPr wrap="square" rtlCol="0" anchor="ctr" anchorCtr="0">
                <a:noAutofit/>
              </a:bodyPr>
              <a:p>
                <a:pPr algn="ctr"/>
                <a:r>
                  <a:rPr lang="en-US" altLang="zh-CN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0-2</a:t>
                </a:r>
                <a:r>
                  <a:rPr lang="zh-CN" altLang="en-US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淘汰队伍</a:t>
                </a:r>
                <a:endParaRPr lang="en-US" altLang="zh-CN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endParaRPr>
              </a:p>
            </p:txBody>
          </p:sp>
          <p:sp>
            <p:nvSpPr>
              <p:cNvPr id="118" name="矩形 117"/>
              <p:cNvSpPr/>
              <p:nvPr/>
            </p:nvSpPr>
            <p:spPr>
              <a:xfrm>
                <a:off x="37786" y="33488"/>
                <a:ext cx="10668" cy="5861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  <a:prstDash val="dash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2560"/>
              </a:p>
            </p:txBody>
          </p:sp>
          <p:grpSp>
            <p:nvGrpSpPr>
              <p:cNvPr id="119" name="组合 118"/>
              <p:cNvGrpSpPr/>
              <p:nvPr/>
            </p:nvGrpSpPr>
            <p:grpSpPr>
              <a:xfrm rot="0">
                <a:off x="38774" y="34165"/>
                <a:ext cx="8692" cy="4139"/>
                <a:chOff x="431" y="349"/>
                <a:chExt cx="3202" cy="1790"/>
              </a:xfrm>
            </p:grpSpPr>
            <p:sp>
              <p:nvSpPr>
                <p:cNvPr id="120" name="矩形 119"/>
                <p:cNvSpPr/>
                <p:nvPr/>
              </p:nvSpPr>
              <p:spPr>
                <a:xfrm>
                  <a:off x="431" y="349"/>
                  <a:ext cx="3202" cy="895"/>
                </a:xfrm>
                <a:prstGeom prst="rect">
                  <a:avLst/>
                </a:prstGeom>
                <a:solidFill>
                  <a:schemeClr val="bg1">
                    <a:lumMod val="75000"/>
                  </a:schemeClr>
                </a:solidFill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4550" b="1">
                      <a:solidFill>
                        <a:schemeClr val="tx1"/>
                      </a:solidFill>
                    </a:rPr>
                    <a:t>待定</a:t>
                  </a:r>
                  <a:endParaRPr lang="en-US" altLang="zh-CN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21" name="矩形 120"/>
                <p:cNvSpPr/>
                <p:nvPr/>
              </p:nvSpPr>
              <p:spPr>
                <a:xfrm>
                  <a:off x="431" y="1244"/>
                  <a:ext cx="3202" cy="895"/>
                </a:xfrm>
                <a:prstGeom prst="rect">
                  <a:avLst/>
                </a:prstGeom>
                <a:solidFill>
                  <a:schemeClr val="bg1">
                    <a:lumMod val="75000"/>
                  </a:schemeClr>
                </a:solidFill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4550" b="1">
                      <a:solidFill>
                        <a:schemeClr val="tx1"/>
                      </a:solidFill>
                    </a:rPr>
                    <a:t>待定</a:t>
                  </a:r>
                  <a:endParaRPr lang="en-US" altLang="zh-CN" sz="4550" b="1">
                    <a:solidFill>
                      <a:schemeClr val="tx1"/>
                    </a:solidFill>
                  </a:endParaRPr>
                </a:p>
              </p:txBody>
            </p:sp>
          </p:grpSp>
        </p:grpSp>
        <p:grpSp>
          <p:nvGrpSpPr>
            <p:cNvPr id="124" name="组合 123"/>
            <p:cNvGrpSpPr/>
            <p:nvPr/>
          </p:nvGrpSpPr>
          <p:grpSpPr>
            <a:xfrm rot="0">
              <a:off x="26141" y="55409"/>
              <a:ext cx="11063" cy="9221"/>
              <a:chOff x="26358" y="25111"/>
              <a:chExt cx="10668" cy="12728"/>
            </a:xfrm>
          </p:grpSpPr>
          <p:sp>
            <p:nvSpPr>
              <p:cNvPr id="125" name="文本框 124"/>
              <p:cNvSpPr txBox="1"/>
              <p:nvPr/>
            </p:nvSpPr>
            <p:spPr>
              <a:xfrm>
                <a:off x="26358" y="25111"/>
                <a:ext cx="10668" cy="2186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</p:spPr>
            <p:txBody>
              <a:bodyPr wrap="square" rtlCol="0" anchor="ctr" anchorCtr="0">
                <a:noAutofit/>
              </a:bodyPr>
              <a:p>
                <a:pPr algn="ctr"/>
                <a:r>
                  <a:rPr lang="zh-CN" altLang="en-US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第</a:t>
                </a:r>
                <a:r>
                  <a:rPr lang="zh-CN" altLang="en-US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三轮</a:t>
                </a:r>
                <a:r>
                  <a:rPr lang="en-US" altLang="zh-CN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(1-1</a:t>
                </a:r>
                <a:r>
                  <a:rPr lang="zh-CN" altLang="en-US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分组</a:t>
                </a:r>
                <a:r>
                  <a:rPr lang="en-US" altLang="zh-CN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)</a:t>
                </a:r>
                <a:endParaRPr lang="en-US" altLang="zh-CN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endParaRPr>
              </a:p>
            </p:txBody>
          </p:sp>
          <p:sp>
            <p:nvSpPr>
              <p:cNvPr id="126" name="矩形 125"/>
              <p:cNvSpPr/>
              <p:nvPr/>
            </p:nvSpPr>
            <p:spPr>
              <a:xfrm>
                <a:off x="26358" y="27297"/>
                <a:ext cx="10668" cy="1054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  <a:prstDash val="dash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2560"/>
              </a:p>
            </p:txBody>
          </p:sp>
          <p:grpSp>
            <p:nvGrpSpPr>
              <p:cNvPr id="127" name="组合 126"/>
              <p:cNvGrpSpPr/>
              <p:nvPr/>
            </p:nvGrpSpPr>
            <p:grpSpPr>
              <a:xfrm rot="0">
                <a:off x="27597" y="27974"/>
                <a:ext cx="8190" cy="4137"/>
                <a:chOff x="431" y="349"/>
                <a:chExt cx="3918" cy="1789"/>
              </a:xfrm>
            </p:grpSpPr>
            <p:sp>
              <p:nvSpPr>
                <p:cNvPr id="128" name="矩形 127"/>
                <p:cNvSpPr/>
                <p:nvPr/>
              </p:nvSpPr>
              <p:spPr>
                <a:xfrm>
                  <a:off x="431" y="349"/>
                  <a:ext cx="3202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4550" b="1">
                      <a:solidFill>
                        <a:schemeClr val="tx1"/>
                      </a:solidFill>
                    </a:rPr>
                    <a:t>待定</a:t>
                  </a:r>
                  <a:endParaRPr lang="en-US" altLang="zh-CN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29" name="矩形 128"/>
                <p:cNvSpPr/>
                <p:nvPr/>
              </p:nvSpPr>
              <p:spPr>
                <a:xfrm>
                  <a:off x="3633" y="349"/>
                  <a:ext cx="717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en-US" sz="4550" b="1">
                      <a:solidFill>
                        <a:srgbClr val="0070C0"/>
                      </a:solidFill>
                    </a:rPr>
                    <a:t>/</a:t>
                  </a:r>
                  <a:endParaRPr lang="en-US" sz="4550" b="1">
                    <a:solidFill>
                      <a:srgbClr val="0070C0"/>
                    </a:solidFill>
                  </a:endParaRPr>
                </a:p>
              </p:txBody>
            </p:sp>
            <p:sp>
              <p:nvSpPr>
                <p:cNvPr id="130" name="矩形 129"/>
                <p:cNvSpPr/>
                <p:nvPr/>
              </p:nvSpPr>
              <p:spPr>
                <a:xfrm>
                  <a:off x="431" y="1244"/>
                  <a:ext cx="3202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4550" b="1">
                      <a:solidFill>
                        <a:schemeClr val="tx1"/>
                      </a:solidFill>
                    </a:rPr>
                    <a:t>待定</a:t>
                  </a:r>
                  <a:endParaRPr lang="en-US" altLang="zh-CN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31" name="矩形 130"/>
                <p:cNvSpPr/>
                <p:nvPr/>
              </p:nvSpPr>
              <p:spPr>
                <a:xfrm>
                  <a:off x="3633" y="1244"/>
                  <a:ext cx="717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en-US" sz="4550" b="1">
                      <a:solidFill>
                        <a:srgbClr val="0070C0"/>
                      </a:solidFill>
                    </a:rPr>
                    <a:t>/</a:t>
                  </a:r>
                  <a:endParaRPr lang="en-US" sz="4550" b="1">
                    <a:solidFill>
                      <a:schemeClr val="tx1"/>
                    </a:solidFill>
                  </a:endParaRPr>
                </a:p>
              </p:txBody>
            </p:sp>
          </p:grpSp>
          <p:grpSp>
            <p:nvGrpSpPr>
              <p:cNvPr id="132" name="组合 131"/>
              <p:cNvGrpSpPr/>
              <p:nvPr/>
            </p:nvGrpSpPr>
            <p:grpSpPr>
              <a:xfrm rot="0">
                <a:off x="27599" y="32909"/>
                <a:ext cx="8190" cy="4137"/>
                <a:chOff x="431" y="349"/>
                <a:chExt cx="3918" cy="1789"/>
              </a:xfrm>
            </p:grpSpPr>
            <p:sp>
              <p:nvSpPr>
                <p:cNvPr id="133" name="矩形 132"/>
                <p:cNvSpPr/>
                <p:nvPr/>
              </p:nvSpPr>
              <p:spPr>
                <a:xfrm>
                  <a:off x="431" y="349"/>
                  <a:ext cx="3202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4550" b="1">
                      <a:solidFill>
                        <a:schemeClr val="tx1"/>
                      </a:solidFill>
                    </a:rPr>
                    <a:t>待定</a:t>
                  </a:r>
                  <a:endParaRPr lang="en-US" altLang="zh-CN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34" name="矩形 133"/>
                <p:cNvSpPr/>
                <p:nvPr/>
              </p:nvSpPr>
              <p:spPr>
                <a:xfrm>
                  <a:off x="3633" y="349"/>
                  <a:ext cx="717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en-US" sz="4550" b="1">
                      <a:solidFill>
                        <a:srgbClr val="0070C0"/>
                      </a:solidFill>
                    </a:rPr>
                    <a:t>/</a:t>
                  </a:r>
                  <a:endParaRPr lang="en-US" sz="4550" b="1">
                    <a:solidFill>
                      <a:srgbClr val="0070C0"/>
                    </a:solidFill>
                  </a:endParaRPr>
                </a:p>
              </p:txBody>
            </p:sp>
            <p:sp>
              <p:nvSpPr>
                <p:cNvPr id="135" name="矩形 134"/>
                <p:cNvSpPr/>
                <p:nvPr/>
              </p:nvSpPr>
              <p:spPr>
                <a:xfrm>
                  <a:off x="431" y="1244"/>
                  <a:ext cx="3202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4550" b="1">
                      <a:solidFill>
                        <a:schemeClr val="tx1"/>
                      </a:solidFill>
                    </a:rPr>
                    <a:t>待定</a:t>
                  </a:r>
                  <a:endParaRPr lang="en-US" altLang="zh-CN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36" name="矩形 135"/>
                <p:cNvSpPr/>
                <p:nvPr/>
              </p:nvSpPr>
              <p:spPr>
                <a:xfrm>
                  <a:off x="3633" y="1244"/>
                  <a:ext cx="717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en-US" sz="4550" b="1">
                      <a:solidFill>
                        <a:srgbClr val="0070C0"/>
                      </a:solidFill>
                    </a:rPr>
                    <a:t>/</a:t>
                  </a:r>
                  <a:endParaRPr lang="en-US" sz="4550" b="1">
                    <a:solidFill>
                      <a:schemeClr val="tx1"/>
                    </a:solidFill>
                  </a:endParaRPr>
                </a:p>
              </p:txBody>
            </p:sp>
          </p:grpSp>
        </p:grpSp>
        <p:grpSp>
          <p:nvGrpSpPr>
            <p:cNvPr id="137" name="组合 136"/>
            <p:cNvGrpSpPr/>
            <p:nvPr/>
          </p:nvGrpSpPr>
          <p:grpSpPr>
            <a:xfrm rot="0">
              <a:off x="37922" y="57283"/>
              <a:ext cx="11063" cy="5829"/>
              <a:chOff x="37786" y="4819"/>
              <a:chExt cx="10668" cy="8046"/>
            </a:xfrm>
          </p:grpSpPr>
          <p:sp>
            <p:nvSpPr>
              <p:cNvPr id="138" name="文本框 137"/>
              <p:cNvSpPr txBox="1"/>
              <p:nvPr/>
            </p:nvSpPr>
            <p:spPr>
              <a:xfrm>
                <a:off x="37786" y="4819"/>
                <a:ext cx="10668" cy="2186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</p:spPr>
            <p:txBody>
              <a:bodyPr wrap="square" rtlCol="0" anchor="ctr" anchorCtr="0">
                <a:noAutofit/>
              </a:bodyPr>
              <a:p>
                <a:pPr algn="ctr"/>
                <a:r>
                  <a:rPr lang="en-US" altLang="zh-CN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2-1</a:t>
                </a:r>
                <a:r>
                  <a:rPr lang="zh-CN" altLang="en-US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晋级队伍</a:t>
                </a:r>
                <a:endParaRPr lang="en-US" altLang="zh-CN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endParaRPr>
              </a:p>
            </p:txBody>
          </p:sp>
          <p:sp>
            <p:nvSpPr>
              <p:cNvPr id="139" name="矩形 138"/>
              <p:cNvSpPr/>
              <p:nvPr/>
            </p:nvSpPr>
            <p:spPr>
              <a:xfrm>
                <a:off x="37786" y="7005"/>
                <a:ext cx="10668" cy="5861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  <a:prstDash val="dash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2560"/>
              </a:p>
            </p:txBody>
          </p:sp>
          <p:grpSp>
            <p:nvGrpSpPr>
              <p:cNvPr id="140" name="组合 139"/>
              <p:cNvGrpSpPr/>
              <p:nvPr/>
            </p:nvGrpSpPr>
            <p:grpSpPr>
              <a:xfrm rot="0">
                <a:off x="38774" y="7682"/>
                <a:ext cx="8692" cy="4139"/>
                <a:chOff x="431" y="349"/>
                <a:chExt cx="3202" cy="1790"/>
              </a:xfrm>
            </p:grpSpPr>
            <p:sp>
              <p:nvSpPr>
                <p:cNvPr id="141" name="矩形 140"/>
                <p:cNvSpPr/>
                <p:nvPr/>
              </p:nvSpPr>
              <p:spPr>
                <a:xfrm>
                  <a:off x="431" y="349"/>
                  <a:ext cx="3202" cy="895"/>
                </a:xfrm>
                <a:prstGeom prst="rect">
                  <a:avLst/>
                </a:prstGeom>
                <a:solidFill>
                  <a:schemeClr val="accent3">
                    <a:lumMod val="40000"/>
                    <a:lumOff val="60000"/>
                  </a:schemeClr>
                </a:solidFill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4550" b="1">
                      <a:solidFill>
                        <a:schemeClr val="tx1"/>
                      </a:solidFill>
                    </a:rPr>
                    <a:t>待定</a:t>
                  </a:r>
                  <a:endParaRPr lang="en-US" altLang="zh-CN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42" name="矩形 141"/>
                <p:cNvSpPr/>
                <p:nvPr/>
              </p:nvSpPr>
              <p:spPr>
                <a:xfrm>
                  <a:off x="431" y="1244"/>
                  <a:ext cx="3202" cy="895"/>
                </a:xfrm>
                <a:prstGeom prst="rect">
                  <a:avLst/>
                </a:prstGeom>
                <a:solidFill>
                  <a:schemeClr val="accent3">
                    <a:lumMod val="40000"/>
                    <a:lumOff val="60000"/>
                  </a:schemeClr>
                </a:solidFill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4550" b="1">
                      <a:solidFill>
                        <a:schemeClr val="tx1"/>
                      </a:solidFill>
                    </a:rPr>
                    <a:t>待定</a:t>
                  </a:r>
                  <a:endParaRPr lang="en-US" altLang="zh-CN" sz="4550" b="1">
                    <a:solidFill>
                      <a:schemeClr val="tx1"/>
                    </a:solidFill>
                  </a:endParaRPr>
                </a:p>
              </p:txBody>
            </p:sp>
          </p:grpSp>
        </p:grpSp>
      </p:grpSp>
      <p:grpSp>
        <p:nvGrpSpPr>
          <p:cNvPr id="143" name="组合 142"/>
          <p:cNvGrpSpPr/>
          <p:nvPr/>
        </p:nvGrpSpPr>
        <p:grpSpPr>
          <a:xfrm rot="0">
            <a:off x="81274920" y="2661920"/>
            <a:ext cx="17727930" cy="24474170"/>
            <a:chOff x="14110" y="1022"/>
            <a:chExt cx="41334" cy="43538"/>
          </a:xfrm>
        </p:grpSpPr>
        <p:sp>
          <p:nvSpPr>
            <p:cNvPr id="144" name="矩形 143"/>
            <p:cNvSpPr/>
            <p:nvPr/>
          </p:nvSpPr>
          <p:spPr>
            <a:xfrm>
              <a:off x="14110" y="3899"/>
              <a:ext cx="41334" cy="40661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dash"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2560"/>
            </a:p>
          </p:txBody>
        </p:sp>
        <p:sp>
          <p:nvSpPr>
            <p:cNvPr id="145" name="文本框 144"/>
            <p:cNvSpPr txBox="1"/>
            <p:nvPr/>
          </p:nvSpPr>
          <p:spPr>
            <a:xfrm>
              <a:off x="14110" y="1022"/>
              <a:ext cx="41334" cy="2877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</p:spPr>
          <p:txBody>
            <a:bodyPr wrap="square" rtlCol="0" anchor="ctr" anchorCtr="0">
              <a:noAutofit/>
            </a:bodyPr>
            <a:p>
              <a:pPr algn="ctr"/>
              <a:r>
                <a:rPr lang="en-US" sz="720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4</a:t>
              </a:r>
              <a:r>
                <a:rPr lang="zh-CN" altLang="en-US" sz="720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强淘汰赛</a:t>
              </a:r>
              <a:endParaRPr lang="zh-CN" altLang="en-US" sz="72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</p:grpSp>
      <p:grpSp>
        <p:nvGrpSpPr>
          <p:cNvPr id="96" name="组合 95"/>
          <p:cNvGrpSpPr/>
          <p:nvPr/>
        </p:nvGrpSpPr>
        <p:grpSpPr>
          <a:xfrm rot="0">
            <a:off x="82158205" y="7245985"/>
            <a:ext cx="16142335" cy="16175990"/>
            <a:chOff x="51531" y="53952"/>
            <a:chExt cx="25421" cy="11718"/>
          </a:xfrm>
        </p:grpSpPr>
        <p:sp>
          <p:nvSpPr>
            <p:cNvPr id="148" name="文本框 147"/>
            <p:cNvSpPr txBox="1"/>
            <p:nvPr/>
          </p:nvSpPr>
          <p:spPr>
            <a:xfrm>
              <a:off x="51531" y="53952"/>
              <a:ext cx="11063" cy="1584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txBody>
            <a:bodyPr wrap="square" rtlCol="0" anchor="ctr" anchorCtr="0">
              <a:noAutofit/>
            </a:bodyPr>
            <a:p>
              <a:pPr algn="ctr"/>
              <a:r>
                <a:rPr lang="zh-CN" altLang="en-US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第</a:t>
              </a:r>
              <a:r>
                <a:rPr lang="zh-CN" altLang="en-US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一轮</a:t>
              </a:r>
              <a:r>
                <a:rPr lang="en-US" altLang="zh-CN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(1-0</a:t>
              </a:r>
              <a:r>
                <a:rPr lang="zh-CN" altLang="en-US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分组</a:t>
              </a:r>
              <a:r>
                <a:rPr lang="en-US" altLang="zh-CN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)</a:t>
              </a:r>
              <a:endParaRPr lang="en-US" altLang="zh-CN" sz="455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149" name="矩形 148"/>
            <p:cNvSpPr/>
            <p:nvPr/>
          </p:nvSpPr>
          <p:spPr>
            <a:xfrm>
              <a:off x="51531" y="55536"/>
              <a:ext cx="11063" cy="3988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dash"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2560"/>
            </a:p>
          </p:txBody>
        </p:sp>
        <p:grpSp>
          <p:nvGrpSpPr>
            <p:cNvPr id="150" name="组合 149"/>
            <p:cNvGrpSpPr/>
            <p:nvPr/>
          </p:nvGrpSpPr>
          <p:grpSpPr>
            <a:xfrm rot="0">
              <a:off x="52816" y="56027"/>
              <a:ext cx="8494" cy="2997"/>
              <a:chOff x="431" y="349"/>
              <a:chExt cx="3918" cy="1789"/>
            </a:xfrm>
          </p:grpSpPr>
          <p:sp>
            <p:nvSpPr>
              <p:cNvPr id="151" name="矩形 150"/>
              <p:cNvSpPr/>
              <p:nvPr/>
            </p:nvSpPr>
            <p:spPr>
              <a:xfrm>
                <a:off x="431" y="349"/>
                <a:ext cx="3202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zh-CN" altLang="en-US" sz="4550" b="1">
                    <a:solidFill>
                      <a:schemeClr val="tx1"/>
                    </a:solidFill>
                    <a:sym typeface="+mn-ea"/>
                  </a:rPr>
                  <a:t>待定</a:t>
                </a:r>
                <a:endParaRPr lang="en-US" altLang="zh-CN" sz="4550" b="1">
                  <a:solidFill>
                    <a:schemeClr val="tx1"/>
                  </a:solidFill>
                </a:endParaRPr>
              </a:p>
            </p:txBody>
          </p:sp>
          <p:sp>
            <p:nvSpPr>
              <p:cNvPr id="152" name="矩形 151"/>
              <p:cNvSpPr/>
              <p:nvPr/>
            </p:nvSpPr>
            <p:spPr>
              <a:xfrm>
                <a:off x="3633" y="349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4550" b="1">
                    <a:solidFill>
                      <a:srgbClr val="0070C0"/>
                    </a:solidFill>
                  </a:rPr>
                  <a:t>/</a:t>
                </a:r>
                <a:endParaRPr lang="en-US" sz="4550" b="1">
                  <a:solidFill>
                    <a:srgbClr val="0070C0"/>
                  </a:solidFill>
                </a:endParaRPr>
              </a:p>
            </p:txBody>
          </p:sp>
          <p:sp>
            <p:nvSpPr>
              <p:cNvPr id="153" name="矩形 152"/>
              <p:cNvSpPr/>
              <p:nvPr/>
            </p:nvSpPr>
            <p:spPr>
              <a:xfrm>
                <a:off x="431" y="1244"/>
                <a:ext cx="3202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zh-CN" altLang="en-US" sz="4550" b="1">
                    <a:solidFill>
                      <a:schemeClr val="tx1"/>
                    </a:solidFill>
                    <a:sym typeface="+mn-ea"/>
                  </a:rPr>
                  <a:t>待定</a:t>
                </a:r>
                <a:endParaRPr lang="en-US" altLang="zh-CN" sz="4550" b="1">
                  <a:solidFill>
                    <a:schemeClr val="tx1"/>
                  </a:solidFill>
                </a:endParaRPr>
              </a:p>
            </p:txBody>
          </p:sp>
          <p:sp>
            <p:nvSpPr>
              <p:cNvPr id="154" name="矩形 153"/>
              <p:cNvSpPr/>
              <p:nvPr/>
            </p:nvSpPr>
            <p:spPr>
              <a:xfrm>
                <a:off x="3633" y="1244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4550" b="1">
                    <a:solidFill>
                      <a:srgbClr val="0070C0"/>
                    </a:solidFill>
                  </a:rPr>
                  <a:t>/</a:t>
                </a:r>
                <a:endParaRPr lang="en-US" sz="4550" b="1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70" name="组合 169"/>
            <p:cNvGrpSpPr/>
            <p:nvPr/>
          </p:nvGrpSpPr>
          <p:grpSpPr>
            <a:xfrm rot="0">
              <a:off x="51531" y="60098"/>
              <a:ext cx="11062" cy="5572"/>
              <a:chOff x="53765" y="17173"/>
              <a:chExt cx="9664" cy="5572"/>
            </a:xfrm>
          </p:grpSpPr>
          <p:sp>
            <p:nvSpPr>
              <p:cNvPr id="160" name="文本框 159"/>
              <p:cNvSpPr txBox="1"/>
              <p:nvPr/>
            </p:nvSpPr>
            <p:spPr>
              <a:xfrm>
                <a:off x="53765" y="17173"/>
                <a:ext cx="9665" cy="1584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</p:spPr>
            <p:txBody>
              <a:bodyPr wrap="square" rtlCol="0" anchor="ctr" anchorCtr="0">
                <a:noAutofit/>
              </a:bodyPr>
              <a:p>
                <a:pPr algn="ctr"/>
                <a:r>
                  <a:rPr lang="zh-CN" altLang="en-US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第</a:t>
                </a:r>
                <a:r>
                  <a:rPr lang="zh-CN" altLang="en-US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一轮</a:t>
                </a:r>
                <a:r>
                  <a:rPr lang="en-US" altLang="zh-CN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(0-1</a:t>
                </a:r>
                <a:r>
                  <a:rPr lang="zh-CN" altLang="en-US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分组</a:t>
                </a:r>
                <a:r>
                  <a:rPr lang="en-US" altLang="zh-CN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)</a:t>
                </a:r>
                <a:endParaRPr lang="en-US" altLang="zh-CN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endParaRPr>
              </a:p>
            </p:txBody>
          </p:sp>
          <p:sp>
            <p:nvSpPr>
              <p:cNvPr id="161" name="矩形 160"/>
              <p:cNvSpPr/>
              <p:nvPr/>
            </p:nvSpPr>
            <p:spPr>
              <a:xfrm>
                <a:off x="53765" y="18757"/>
                <a:ext cx="9665" cy="3988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  <a:prstDash val="dash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2560"/>
              </a:p>
            </p:txBody>
          </p:sp>
          <p:grpSp>
            <p:nvGrpSpPr>
              <p:cNvPr id="162" name="组合 161"/>
              <p:cNvGrpSpPr/>
              <p:nvPr/>
            </p:nvGrpSpPr>
            <p:grpSpPr>
              <a:xfrm rot="0">
                <a:off x="54888" y="19247"/>
                <a:ext cx="7420" cy="2997"/>
                <a:chOff x="431" y="349"/>
                <a:chExt cx="3918" cy="1789"/>
              </a:xfrm>
            </p:grpSpPr>
            <p:sp>
              <p:nvSpPr>
                <p:cNvPr id="163" name="矩形 162"/>
                <p:cNvSpPr/>
                <p:nvPr/>
              </p:nvSpPr>
              <p:spPr>
                <a:xfrm>
                  <a:off x="431" y="349"/>
                  <a:ext cx="3202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4550" b="1">
                      <a:solidFill>
                        <a:schemeClr val="tx1"/>
                      </a:solidFill>
                    </a:rPr>
                    <a:t>待定</a:t>
                  </a:r>
                  <a:endParaRPr lang="en-US" altLang="zh-CN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64" name="矩形 163"/>
                <p:cNvSpPr/>
                <p:nvPr/>
              </p:nvSpPr>
              <p:spPr>
                <a:xfrm>
                  <a:off x="3633" y="349"/>
                  <a:ext cx="717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en-US" sz="4550" b="1">
                      <a:solidFill>
                        <a:srgbClr val="0070C0"/>
                      </a:solidFill>
                    </a:rPr>
                    <a:t>/</a:t>
                  </a:r>
                  <a:endParaRPr lang="en-US" sz="4550" b="1">
                    <a:solidFill>
                      <a:srgbClr val="0070C0"/>
                    </a:solidFill>
                  </a:endParaRPr>
                </a:p>
              </p:txBody>
            </p:sp>
            <p:sp>
              <p:nvSpPr>
                <p:cNvPr id="165" name="矩形 164"/>
                <p:cNvSpPr/>
                <p:nvPr/>
              </p:nvSpPr>
              <p:spPr>
                <a:xfrm>
                  <a:off x="431" y="1244"/>
                  <a:ext cx="3202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4550" b="1">
                      <a:solidFill>
                        <a:schemeClr val="tx1"/>
                      </a:solidFill>
                    </a:rPr>
                    <a:t>待定</a:t>
                  </a:r>
                  <a:r>
                    <a:rPr lang="en-US" altLang="zh-CN" sz="4550" b="1">
                      <a:solidFill>
                        <a:schemeClr val="tx1"/>
                      </a:solidFill>
                    </a:rPr>
                    <a:t>(</a:t>
                  </a:r>
                  <a:r>
                    <a:rPr lang="zh-CN" altLang="en-US" sz="4550" b="1">
                      <a:solidFill>
                        <a:schemeClr val="tx1"/>
                      </a:solidFill>
                    </a:rPr>
                    <a:t>殿军</a:t>
                  </a:r>
                  <a:r>
                    <a:rPr lang="en-US" altLang="zh-CN" sz="4550" b="1">
                      <a:solidFill>
                        <a:schemeClr val="tx1"/>
                      </a:solidFill>
                    </a:rPr>
                    <a:t>)</a:t>
                  </a:r>
                  <a:endParaRPr lang="zh-CN" altLang="en-US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66" name="矩形 165"/>
                <p:cNvSpPr/>
                <p:nvPr/>
              </p:nvSpPr>
              <p:spPr>
                <a:xfrm>
                  <a:off x="3633" y="1244"/>
                  <a:ext cx="717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en-US" sz="4550" b="1">
                      <a:solidFill>
                        <a:schemeClr val="tx1"/>
                      </a:solidFill>
                    </a:rPr>
                    <a:t>/</a:t>
                  </a:r>
                  <a:endParaRPr lang="en-US" sz="4550" b="1">
                    <a:solidFill>
                      <a:schemeClr val="tx1"/>
                    </a:solidFill>
                  </a:endParaRPr>
                </a:p>
              </p:txBody>
            </p:sp>
          </p:grpSp>
        </p:grpSp>
        <p:grpSp>
          <p:nvGrpSpPr>
            <p:cNvPr id="171" name="组合 170"/>
            <p:cNvGrpSpPr/>
            <p:nvPr/>
          </p:nvGrpSpPr>
          <p:grpSpPr>
            <a:xfrm rot="0">
              <a:off x="63828" y="60098"/>
              <a:ext cx="13125" cy="5572"/>
              <a:chOff x="53765" y="17173"/>
              <a:chExt cx="9664" cy="5572"/>
            </a:xfrm>
          </p:grpSpPr>
          <p:sp>
            <p:nvSpPr>
              <p:cNvPr id="172" name="文本框 171"/>
              <p:cNvSpPr txBox="1"/>
              <p:nvPr/>
            </p:nvSpPr>
            <p:spPr>
              <a:xfrm>
                <a:off x="53765" y="17173"/>
                <a:ext cx="9665" cy="1584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</p:spPr>
            <p:txBody>
              <a:bodyPr wrap="square" rtlCol="0" anchor="ctr" anchorCtr="0">
                <a:noAutofit/>
              </a:bodyPr>
              <a:p>
                <a:pPr algn="ctr"/>
                <a:r>
                  <a:rPr lang="zh-CN" altLang="en-US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第</a:t>
                </a:r>
                <a:r>
                  <a:rPr lang="zh-CN" altLang="en-US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二轮</a:t>
                </a:r>
                <a:r>
                  <a:rPr lang="en-US" altLang="zh-CN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(1-1</a:t>
                </a:r>
                <a:r>
                  <a:rPr lang="zh-CN" altLang="en-US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分组</a:t>
                </a:r>
                <a:r>
                  <a:rPr lang="en-US" altLang="zh-CN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)</a:t>
                </a:r>
                <a:endParaRPr lang="en-US" altLang="zh-CN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endParaRPr>
              </a:p>
            </p:txBody>
          </p:sp>
          <p:sp>
            <p:nvSpPr>
              <p:cNvPr id="173" name="矩形 172"/>
              <p:cNvSpPr/>
              <p:nvPr/>
            </p:nvSpPr>
            <p:spPr>
              <a:xfrm>
                <a:off x="53765" y="18757"/>
                <a:ext cx="9665" cy="3988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>
                <a:solidFill>
                  <a:schemeClr val="tx1"/>
                </a:solidFill>
                <a:prstDash val="dash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2560"/>
              </a:p>
            </p:txBody>
          </p:sp>
          <p:grpSp>
            <p:nvGrpSpPr>
              <p:cNvPr id="174" name="组合 173"/>
              <p:cNvGrpSpPr/>
              <p:nvPr/>
            </p:nvGrpSpPr>
            <p:grpSpPr>
              <a:xfrm rot="0">
                <a:off x="54888" y="19247"/>
                <a:ext cx="7420" cy="2997"/>
                <a:chOff x="431" y="349"/>
                <a:chExt cx="3918" cy="1789"/>
              </a:xfrm>
            </p:grpSpPr>
            <p:sp>
              <p:nvSpPr>
                <p:cNvPr id="175" name="矩形 174"/>
                <p:cNvSpPr/>
                <p:nvPr/>
              </p:nvSpPr>
              <p:spPr>
                <a:xfrm>
                  <a:off x="431" y="349"/>
                  <a:ext cx="3202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4550" b="1">
                      <a:solidFill>
                        <a:schemeClr val="tx1"/>
                      </a:solidFill>
                    </a:rPr>
                    <a:t>待定</a:t>
                  </a:r>
                  <a:endParaRPr lang="zh-CN" altLang="en-US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76" name="矩形 175"/>
                <p:cNvSpPr/>
                <p:nvPr/>
              </p:nvSpPr>
              <p:spPr>
                <a:xfrm>
                  <a:off x="3633" y="349"/>
                  <a:ext cx="717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en-US" sz="4550" b="1">
                      <a:solidFill>
                        <a:srgbClr val="0070C0"/>
                      </a:solidFill>
                    </a:rPr>
                    <a:t>/</a:t>
                  </a:r>
                  <a:endParaRPr lang="en-US" sz="4550" b="1">
                    <a:solidFill>
                      <a:srgbClr val="0070C0"/>
                    </a:solidFill>
                  </a:endParaRPr>
                </a:p>
              </p:txBody>
            </p:sp>
            <p:sp>
              <p:nvSpPr>
                <p:cNvPr id="177" name="矩形 176"/>
                <p:cNvSpPr/>
                <p:nvPr/>
              </p:nvSpPr>
              <p:spPr>
                <a:xfrm>
                  <a:off x="431" y="1244"/>
                  <a:ext cx="3202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4550" b="1">
                      <a:solidFill>
                        <a:schemeClr val="tx1"/>
                      </a:solidFill>
                      <a:sym typeface="+mn-ea"/>
                    </a:rPr>
                    <a:t>待定</a:t>
                  </a:r>
                  <a:r>
                    <a:rPr lang="en-US" altLang="zh-CN" sz="4550" b="1">
                      <a:solidFill>
                        <a:schemeClr val="tx1"/>
                      </a:solidFill>
                    </a:rPr>
                    <a:t>(</a:t>
                  </a:r>
                  <a:r>
                    <a:rPr lang="zh-CN" altLang="en-US" sz="4550" b="1">
                      <a:solidFill>
                        <a:schemeClr val="tx1"/>
                      </a:solidFill>
                    </a:rPr>
                    <a:t>季军</a:t>
                  </a:r>
                  <a:r>
                    <a:rPr lang="en-US" altLang="zh-CN" sz="4550" b="1">
                      <a:solidFill>
                        <a:schemeClr val="tx1"/>
                      </a:solidFill>
                    </a:rPr>
                    <a:t>)</a:t>
                  </a:r>
                  <a:r>
                    <a:rPr lang="zh-CN" altLang="en-US" sz="4550" b="1">
                      <a:solidFill>
                        <a:schemeClr val="accent1"/>
                      </a:solidFill>
                    </a:rPr>
                    <a:t>🥉</a:t>
                  </a:r>
                  <a:endParaRPr lang="zh-CN" altLang="en-US" sz="4550" b="1">
                    <a:solidFill>
                      <a:schemeClr val="accent1"/>
                    </a:solidFill>
                  </a:endParaRPr>
                </a:p>
              </p:txBody>
            </p:sp>
            <p:sp>
              <p:nvSpPr>
                <p:cNvPr id="178" name="矩形 177"/>
                <p:cNvSpPr/>
                <p:nvPr/>
              </p:nvSpPr>
              <p:spPr>
                <a:xfrm>
                  <a:off x="3633" y="1244"/>
                  <a:ext cx="717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en-US" sz="4550" b="1">
                      <a:solidFill>
                        <a:srgbClr val="0070C0"/>
                      </a:solidFill>
                    </a:rPr>
                    <a:t>/</a:t>
                  </a:r>
                  <a:endParaRPr lang="en-US" sz="4550" b="1">
                    <a:solidFill>
                      <a:schemeClr val="tx1"/>
                    </a:solidFill>
                  </a:endParaRPr>
                </a:p>
              </p:txBody>
            </p:sp>
          </p:grpSp>
        </p:grpSp>
        <p:grpSp>
          <p:nvGrpSpPr>
            <p:cNvPr id="189" name="组合 188"/>
            <p:cNvGrpSpPr/>
            <p:nvPr/>
          </p:nvGrpSpPr>
          <p:grpSpPr>
            <a:xfrm rot="0">
              <a:off x="63829" y="53952"/>
              <a:ext cx="13122" cy="5572"/>
              <a:chOff x="53765" y="17173"/>
              <a:chExt cx="9664" cy="5572"/>
            </a:xfrm>
          </p:grpSpPr>
          <p:sp>
            <p:nvSpPr>
              <p:cNvPr id="190" name="文本框 189"/>
              <p:cNvSpPr txBox="1"/>
              <p:nvPr/>
            </p:nvSpPr>
            <p:spPr>
              <a:xfrm>
                <a:off x="53765" y="17173"/>
                <a:ext cx="9665" cy="1584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</p:spPr>
            <p:txBody>
              <a:bodyPr wrap="square" rtlCol="0" anchor="ctr" anchorCtr="0">
                <a:noAutofit/>
              </a:bodyPr>
              <a:p>
                <a:pPr algn="ctr"/>
                <a:r>
                  <a:rPr lang="zh-CN" altLang="en-US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总决赛</a:t>
                </a:r>
                <a:endParaRPr lang="zh-CN" altLang="en-US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endParaRPr>
              </a:p>
            </p:txBody>
          </p:sp>
          <p:sp>
            <p:nvSpPr>
              <p:cNvPr id="191" name="矩形 190"/>
              <p:cNvSpPr/>
              <p:nvPr/>
            </p:nvSpPr>
            <p:spPr>
              <a:xfrm>
                <a:off x="53765" y="18757"/>
                <a:ext cx="9665" cy="3988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>
                <a:solidFill>
                  <a:schemeClr val="tx1"/>
                </a:solidFill>
                <a:prstDash val="dash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2560"/>
              </a:p>
            </p:txBody>
          </p:sp>
          <p:grpSp>
            <p:nvGrpSpPr>
              <p:cNvPr id="192" name="组合 191"/>
              <p:cNvGrpSpPr/>
              <p:nvPr/>
            </p:nvGrpSpPr>
            <p:grpSpPr>
              <a:xfrm rot="0">
                <a:off x="54888" y="19247"/>
                <a:ext cx="7420" cy="2997"/>
                <a:chOff x="431" y="349"/>
                <a:chExt cx="3918" cy="1789"/>
              </a:xfrm>
            </p:grpSpPr>
            <p:sp>
              <p:nvSpPr>
                <p:cNvPr id="193" name="矩形 192"/>
                <p:cNvSpPr/>
                <p:nvPr/>
              </p:nvSpPr>
              <p:spPr>
                <a:xfrm>
                  <a:off x="431" y="349"/>
                  <a:ext cx="3202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4550" b="1">
                      <a:solidFill>
                        <a:schemeClr val="tx1"/>
                      </a:solidFill>
                      <a:sym typeface="+mn-ea"/>
                    </a:rPr>
                    <a:t>待定</a:t>
                  </a:r>
                  <a:r>
                    <a:rPr lang="en-US" altLang="zh-CN" sz="4550" b="1">
                      <a:solidFill>
                        <a:schemeClr val="tx1"/>
                      </a:solidFill>
                    </a:rPr>
                    <a:t>(</a:t>
                  </a:r>
                  <a:r>
                    <a:rPr lang="zh-CN" altLang="en-US" sz="4550" b="1">
                      <a:solidFill>
                        <a:schemeClr val="tx1"/>
                      </a:solidFill>
                    </a:rPr>
                    <a:t>冠军</a:t>
                  </a:r>
                  <a:r>
                    <a:rPr lang="en-US" altLang="zh-CN" sz="4550" b="1">
                      <a:solidFill>
                        <a:schemeClr val="tx1"/>
                      </a:solidFill>
                    </a:rPr>
                    <a:t>)</a:t>
                  </a:r>
                  <a:r>
                    <a:rPr lang="zh-CN" altLang="en-US" sz="4550" b="1">
                      <a:solidFill>
                        <a:schemeClr val="tx1"/>
                      </a:solidFill>
                    </a:rPr>
                    <a:t>🏆</a:t>
                  </a:r>
                  <a:endParaRPr lang="zh-CN" altLang="en-US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94" name="矩形 193"/>
                <p:cNvSpPr/>
                <p:nvPr/>
              </p:nvSpPr>
              <p:spPr>
                <a:xfrm>
                  <a:off x="3633" y="349"/>
                  <a:ext cx="717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en-US" sz="4550" b="1">
                      <a:solidFill>
                        <a:srgbClr val="0070C0"/>
                      </a:solidFill>
                    </a:rPr>
                    <a:t>/</a:t>
                  </a:r>
                  <a:endParaRPr lang="en-US" sz="4550" b="1">
                    <a:solidFill>
                      <a:srgbClr val="0070C0"/>
                    </a:solidFill>
                  </a:endParaRPr>
                </a:p>
              </p:txBody>
            </p:sp>
            <p:sp>
              <p:nvSpPr>
                <p:cNvPr id="195" name="矩形 194"/>
                <p:cNvSpPr/>
                <p:nvPr/>
              </p:nvSpPr>
              <p:spPr>
                <a:xfrm>
                  <a:off x="431" y="1244"/>
                  <a:ext cx="3202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4550" b="1">
                      <a:solidFill>
                        <a:schemeClr val="tx1"/>
                      </a:solidFill>
                      <a:sym typeface="+mn-ea"/>
                    </a:rPr>
                    <a:t>待定</a:t>
                  </a:r>
                  <a:r>
                    <a:rPr lang="en-US" altLang="zh-CN" sz="4550" b="1">
                      <a:solidFill>
                        <a:schemeClr val="tx1"/>
                      </a:solidFill>
                    </a:rPr>
                    <a:t>(</a:t>
                  </a:r>
                  <a:r>
                    <a:rPr lang="zh-CN" altLang="en-US" sz="4550" b="1">
                      <a:solidFill>
                        <a:schemeClr val="tx1"/>
                      </a:solidFill>
                    </a:rPr>
                    <a:t>亚军</a:t>
                  </a:r>
                  <a:r>
                    <a:rPr lang="en-US" altLang="zh-CN" sz="4550" b="1">
                      <a:solidFill>
                        <a:schemeClr val="tx1"/>
                      </a:solidFill>
                    </a:rPr>
                    <a:t>)</a:t>
                  </a:r>
                  <a:r>
                    <a:rPr lang="zh-CN" altLang="en-US" sz="4550" b="1">
                      <a:solidFill>
                        <a:schemeClr val="accent1"/>
                      </a:solidFill>
                    </a:rPr>
                    <a:t>🥈</a:t>
                  </a:r>
                  <a:endParaRPr lang="zh-CN" altLang="en-US" sz="4550" b="1">
                    <a:solidFill>
                      <a:schemeClr val="accent1"/>
                    </a:solidFill>
                  </a:endParaRPr>
                </a:p>
              </p:txBody>
            </p:sp>
            <p:sp>
              <p:nvSpPr>
                <p:cNvPr id="196" name="矩形 195"/>
                <p:cNvSpPr/>
                <p:nvPr/>
              </p:nvSpPr>
              <p:spPr>
                <a:xfrm>
                  <a:off x="3633" y="1244"/>
                  <a:ext cx="717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en-US" sz="4550" b="1">
                      <a:solidFill>
                        <a:srgbClr val="0070C0"/>
                      </a:solidFill>
                    </a:rPr>
                    <a:t>/</a:t>
                  </a:r>
                  <a:endParaRPr lang="en-US" sz="4550" b="1">
                    <a:solidFill>
                      <a:schemeClr val="tx1"/>
                    </a:solidFill>
                  </a:endParaRPr>
                </a:p>
              </p:txBody>
            </p:sp>
          </p:grpSp>
        </p:grpSp>
      </p:grpSp>
      <p:sp>
        <p:nvSpPr>
          <p:cNvPr id="44" name="文本框 43"/>
          <p:cNvSpPr txBox="1"/>
          <p:nvPr/>
        </p:nvSpPr>
        <p:spPr>
          <a:xfrm>
            <a:off x="50443130" y="295275"/>
            <a:ext cx="48560355" cy="19056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</p:spPr>
        <p:txBody>
          <a:bodyPr wrap="square" rtlCol="0" anchor="ctr" anchorCtr="0">
            <a:noAutofit/>
          </a:bodyPr>
          <a:p>
            <a:pPr algn="ctr"/>
            <a:r>
              <a:rPr lang="en-US" altLang="zh-CN" sz="72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HVV</a:t>
            </a:r>
            <a:r>
              <a:rPr lang="zh-CN" altLang="en-US" sz="72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杯英雄联盟</a:t>
            </a:r>
            <a:r>
              <a:rPr lang="en-US" altLang="zh-CN" sz="72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S12</a:t>
            </a:r>
            <a:r>
              <a:rPr lang="zh-CN" altLang="en-US" sz="72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淘汰赛赛程图</a:t>
            </a:r>
            <a:r>
              <a:rPr lang="en-US" altLang="zh-CN" sz="72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--</a:t>
            </a:r>
            <a:r>
              <a:rPr lang="zh-CN" altLang="en-US" sz="72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神将杯</a:t>
            </a:r>
            <a:endParaRPr lang="en-US" altLang="zh-CN" sz="7200" b="1">
              <a:solidFill>
                <a:schemeClr val="accent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grpSp>
        <p:nvGrpSpPr>
          <p:cNvPr id="24" name="组合 23"/>
          <p:cNvGrpSpPr/>
          <p:nvPr/>
        </p:nvGrpSpPr>
        <p:grpSpPr>
          <a:xfrm>
            <a:off x="1007745" y="295275"/>
            <a:ext cx="48559720" cy="26840815"/>
            <a:chOff x="1587" y="465"/>
            <a:chExt cx="76472" cy="42269"/>
          </a:xfrm>
        </p:grpSpPr>
        <p:sp>
          <p:nvSpPr>
            <p:cNvPr id="97" name="文本框 96"/>
            <p:cNvSpPr txBox="1"/>
            <p:nvPr/>
          </p:nvSpPr>
          <p:spPr>
            <a:xfrm>
              <a:off x="1587" y="465"/>
              <a:ext cx="76473" cy="3001"/>
            </a:xfrm>
            <a:prstGeom prst="rect">
              <a:avLst/>
            </a:prstGeom>
            <a:solidFill>
              <a:schemeClr val="tx2">
                <a:lumMod val="40000"/>
                <a:lumOff val="60000"/>
              </a:schemeClr>
            </a:solidFill>
          </p:spPr>
          <p:txBody>
            <a:bodyPr wrap="square" rtlCol="0" anchor="ctr" anchorCtr="0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altLang="zh-CN" sz="720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+mn-ea"/>
                </a:rPr>
                <a:t>HVV</a:t>
              </a:r>
              <a:r>
                <a:rPr lang="en-US" altLang="zh-CN" sz="720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+mn-ea"/>
                </a:rPr>
                <a:t>杯英雄联盟</a:t>
              </a:r>
              <a:r>
                <a:rPr lang="en-US" altLang="zh-CN" sz="720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+mn-ea"/>
                </a:rPr>
                <a:t>S12</a:t>
              </a:r>
              <a:r>
                <a:rPr lang="en-US" altLang="zh-CN" sz="720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+mn-ea"/>
                </a:rPr>
                <a:t>淘汰赛赛程图</a:t>
              </a:r>
              <a:r>
                <a:rPr lang="en-US" altLang="zh-CN" sz="720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+mn-ea"/>
                </a:rPr>
                <a:t>--</a:t>
              </a:r>
              <a:r>
                <a:rPr lang="en-US" altLang="zh-CN" sz="720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+mn-ea"/>
                </a:rPr>
                <a:t>常规</a:t>
              </a:r>
              <a:r>
                <a:rPr lang="en-US" altLang="zh-CN" sz="720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+mn-ea"/>
                </a:rPr>
                <a:t>队伍</a:t>
              </a:r>
              <a:endParaRPr lang="en-US" altLang="zh-CN" sz="72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endParaRPr>
            </a:p>
          </p:txBody>
        </p:sp>
        <p:grpSp>
          <p:nvGrpSpPr>
            <p:cNvPr id="198" name="组合 197"/>
            <p:cNvGrpSpPr/>
            <p:nvPr/>
          </p:nvGrpSpPr>
          <p:grpSpPr>
            <a:xfrm rot="0">
              <a:off x="1787" y="6646"/>
              <a:ext cx="40808" cy="17059"/>
              <a:chOff x="1787" y="4226"/>
              <a:chExt cx="40808" cy="19149"/>
            </a:xfrm>
          </p:grpSpPr>
          <p:grpSp>
            <p:nvGrpSpPr>
              <p:cNvPr id="8" name="组合 7"/>
              <p:cNvGrpSpPr/>
              <p:nvPr/>
            </p:nvGrpSpPr>
            <p:grpSpPr>
              <a:xfrm rot="0">
                <a:off x="2671" y="5186"/>
                <a:ext cx="7420" cy="3364"/>
                <a:chOff x="431" y="349"/>
                <a:chExt cx="3918" cy="1789"/>
              </a:xfrm>
            </p:grpSpPr>
            <p:sp>
              <p:nvSpPr>
                <p:cNvPr id="4" name="矩形 3"/>
                <p:cNvSpPr/>
                <p:nvPr/>
              </p:nvSpPr>
              <p:spPr>
                <a:xfrm>
                  <a:off x="431" y="349"/>
                  <a:ext cx="3202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4550" b="1">
                      <a:solidFill>
                        <a:schemeClr val="tx1"/>
                      </a:solidFill>
                    </a:rPr>
                    <a:t>待定</a:t>
                  </a:r>
                  <a:endParaRPr lang="en-US" altLang="zh-CN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" name="矩形 4"/>
                <p:cNvSpPr/>
                <p:nvPr/>
              </p:nvSpPr>
              <p:spPr>
                <a:xfrm>
                  <a:off x="3633" y="349"/>
                  <a:ext cx="717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en-US" sz="4550" b="1">
                      <a:solidFill>
                        <a:srgbClr val="0070C0"/>
                      </a:solidFill>
                    </a:rPr>
                    <a:t>/</a:t>
                  </a:r>
                  <a:endParaRPr lang="en-US" sz="4550" b="1">
                    <a:solidFill>
                      <a:srgbClr val="0070C0"/>
                    </a:solidFill>
                  </a:endParaRPr>
                </a:p>
              </p:txBody>
            </p:sp>
            <p:sp>
              <p:nvSpPr>
                <p:cNvPr id="6" name="矩形 5"/>
                <p:cNvSpPr/>
                <p:nvPr/>
              </p:nvSpPr>
              <p:spPr>
                <a:xfrm>
                  <a:off x="431" y="1244"/>
                  <a:ext cx="3202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4550" b="1">
                      <a:solidFill>
                        <a:schemeClr val="tx1"/>
                      </a:solidFill>
                    </a:rPr>
                    <a:t>待定</a:t>
                  </a:r>
                  <a:endParaRPr lang="en-US" altLang="zh-CN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7" name="矩形 6"/>
                <p:cNvSpPr/>
                <p:nvPr/>
              </p:nvSpPr>
              <p:spPr>
                <a:xfrm>
                  <a:off x="3633" y="1244"/>
                  <a:ext cx="717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en-US" sz="4550" b="1">
                      <a:solidFill>
                        <a:srgbClr val="0070C0"/>
                      </a:solidFill>
                    </a:rPr>
                    <a:t>/</a:t>
                  </a:r>
                  <a:endParaRPr lang="en-US" sz="4550" b="1">
                    <a:solidFill>
                      <a:schemeClr val="tx1"/>
                    </a:solidFill>
                  </a:endParaRPr>
                </a:p>
              </p:txBody>
            </p:sp>
          </p:grpSp>
          <p:grpSp>
            <p:nvGrpSpPr>
              <p:cNvPr id="9" name="组合 8"/>
              <p:cNvGrpSpPr/>
              <p:nvPr/>
            </p:nvGrpSpPr>
            <p:grpSpPr>
              <a:xfrm rot="0">
                <a:off x="2671" y="9877"/>
                <a:ext cx="7420" cy="3364"/>
                <a:chOff x="431" y="349"/>
                <a:chExt cx="3918" cy="1789"/>
              </a:xfrm>
            </p:grpSpPr>
            <p:sp>
              <p:nvSpPr>
                <p:cNvPr id="10" name="矩形 9"/>
                <p:cNvSpPr/>
                <p:nvPr/>
              </p:nvSpPr>
              <p:spPr>
                <a:xfrm>
                  <a:off x="431" y="349"/>
                  <a:ext cx="3202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4550" b="1">
                      <a:solidFill>
                        <a:schemeClr val="tx1"/>
                      </a:solidFill>
                    </a:rPr>
                    <a:t>待定</a:t>
                  </a:r>
                  <a:endParaRPr lang="en-US" altLang="zh-CN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1" name="矩形 10"/>
                <p:cNvSpPr/>
                <p:nvPr/>
              </p:nvSpPr>
              <p:spPr>
                <a:xfrm>
                  <a:off x="3633" y="349"/>
                  <a:ext cx="717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en-US" sz="4550" b="1">
                      <a:solidFill>
                        <a:srgbClr val="0070C0"/>
                      </a:solidFill>
                    </a:rPr>
                    <a:t>/</a:t>
                  </a:r>
                  <a:endParaRPr lang="en-US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2" name="矩形 11"/>
                <p:cNvSpPr/>
                <p:nvPr/>
              </p:nvSpPr>
              <p:spPr>
                <a:xfrm>
                  <a:off x="431" y="1244"/>
                  <a:ext cx="3202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4550" b="1">
                      <a:solidFill>
                        <a:schemeClr val="tx1"/>
                      </a:solidFill>
                    </a:rPr>
                    <a:t>待定</a:t>
                  </a:r>
                  <a:endParaRPr lang="en-US" altLang="zh-CN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3" name="矩形 12"/>
                <p:cNvSpPr/>
                <p:nvPr/>
              </p:nvSpPr>
              <p:spPr>
                <a:xfrm>
                  <a:off x="3633" y="1244"/>
                  <a:ext cx="717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en-US" sz="4550" b="1">
                      <a:solidFill>
                        <a:srgbClr val="0070C0"/>
                      </a:solidFill>
                    </a:rPr>
                    <a:t>/</a:t>
                  </a:r>
                  <a:endParaRPr lang="en-US" sz="4550" b="1">
                    <a:solidFill>
                      <a:srgbClr val="0070C0"/>
                    </a:solidFill>
                  </a:endParaRPr>
                </a:p>
              </p:txBody>
            </p:sp>
          </p:grpSp>
          <p:grpSp>
            <p:nvGrpSpPr>
              <p:cNvPr id="14" name="组合 13"/>
              <p:cNvGrpSpPr/>
              <p:nvPr/>
            </p:nvGrpSpPr>
            <p:grpSpPr>
              <a:xfrm rot="0">
                <a:off x="2671" y="14568"/>
                <a:ext cx="7420" cy="3364"/>
                <a:chOff x="431" y="349"/>
                <a:chExt cx="3918" cy="1789"/>
              </a:xfrm>
            </p:grpSpPr>
            <p:sp>
              <p:nvSpPr>
                <p:cNvPr id="15" name="矩形 14"/>
                <p:cNvSpPr/>
                <p:nvPr/>
              </p:nvSpPr>
              <p:spPr>
                <a:xfrm>
                  <a:off x="431" y="349"/>
                  <a:ext cx="3202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4550" b="1">
                      <a:solidFill>
                        <a:schemeClr val="tx1"/>
                      </a:solidFill>
                    </a:rPr>
                    <a:t>待定</a:t>
                  </a:r>
                  <a:endParaRPr lang="en-US" altLang="zh-CN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6" name="矩形 15"/>
                <p:cNvSpPr/>
                <p:nvPr/>
              </p:nvSpPr>
              <p:spPr>
                <a:xfrm>
                  <a:off x="3633" y="349"/>
                  <a:ext cx="717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en-US" sz="4550" b="1">
                      <a:solidFill>
                        <a:srgbClr val="0070C0"/>
                      </a:solidFill>
                    </a:rPr>
                    <a:t>/</a:t>
                  </a:r>
                  <a:endParaRPr lang="en-US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7" name="矩形 16"/>
                <p:cNvSpPr/>
                <p:nvPr/>
              </p:nvSpPr>
              <p:spPr>
                <a:xfrm>
                  <a:off x="431" y="1244"/>
                  <a:ext cx="3202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4550" b="1">
                      <a:solidFill>
                        <a:schemeClr val="tx1"/>
                      </a:solidFill>
                    </a:rPr>
                    <a:t>待定</a:t>
                  </a:r>
                  <a:endParaRPr lang="en-US" altLang="zh-CN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8" name="矩形 17"/>
                <p:cNvSpPr/>
                <p:nvPr/>
              </p:nvSpPr>
              <p:spPr>
                <a:xfrm>
                  <a:off x="3633" y="1244"/>
                  <a:ext cx="717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en-US" sz="4550" b="1">
                      <a:solidFill>
                        <a:srgbClr val="0070C0"/>
                      </a:solidFill>
                    </a:rPr>
                    <a:t>/</a:t>
                  </a:r>
                  <a:endParaRPr lang="en-US" sz="4550" b="1">
                    <a:solidFill>
                      <a:srgbClr val="0070C0"/>
                    </a:solidFill>
                  </a:endParaRPr>
                </a:p>
              </p:txBody>
            </p:sp>
          </p:grpSp>
          <p:grpSp>
            <p:nvGrpSpPr>
              <p:cNvPr id="19" name="组合 18"/>
              <p:cNvGrpSpPr/>
              <p:nvPr/>
            </p:nvGrpSpPr>
            <p:grpSpPr>
              <a:xfrm rot="0">
                <a:off x="2671" y="19259"/>
                <a:ext cx="7420" cy="3364"/>
                <a:chOff x="431" y="349"/>
                <a:chExt cx="3918" cy="1789"/>
              </a:xfrm>
            </p:grpSpPr>
            <p:sp>
              <p:nvSpPr>
                <p:cNvPr id="20" name="矩形 19"/>
                <p:cNvSpPr/>
                <p:nvPr/>
              </p:nvSpPr>
              <p:spPr>
                <a:xfrm>
                  <a:off x="431" y="349"/>
                  <a:ext cx="3202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4550" b="1">
                      <a:solidFill>
                        <a:schemeClr val="tx1"/>
                      </a:solidFill>
                    </a:rPr>
                    <a:t>待定</a:t>
                  </a:r>
                  <a:endParaRPr lang="en-US" altLang="zh-CN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1" name="矩形 20"/>
                <p:cNvSpPr/>
                <p:nvPr/>
              </p:nvSpPr>
              <p:spPr>
                <a:xfrm>
                  <a:off x="3633" y="349"/>
                  <a:ext cx="717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en-US" sz="4550" b="1">
                      <a:solidFill>
                        <a:srgbClr val="0070C0"/>
                      </a:solidFill>
                    </a:rPr>
                    <a:t>/</a:t>
                  </a:r>
                  <a:endParaRPr lang="en-US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2" name="矩形 21"/>
                <p:cNvSpPr/>
                <p:nvPr/>
              </p:nvSpPr>
              <p:spPr>
                <a:xfrm>
                  <a:off x="431" y="1244"/>
                  <a:ext cx="3202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4550" b="1">
                      <a:solidFill>
                        <a:schemeClr val="tx1"/>
                      </a:solidFill>
                    </a:rPr>
                    <a:t>待定</a:t>
                  </a:r>
                  <a:endParaRPr lang="en-US" altLang="zh-CN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3" name="矩形 22"/>
                <p:cNvSpPr/>
                <p:nvPr/>
              </p:nvSpPr>
              <p:spPr>
                <a:xfrm>
                  <a:off x="3633" y="1244"/>
                  <a:ext cx="717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en-US" sz="4550" b="1">
                      <a:solidFill>
                        <a:srgbClr val="0070C0"/>
                      </a:solidFill>
                    </a:rPr>
                    <a:t>/</a:t>
                  </a:r>
                  <a:endParaRPr lang="en-US" sz="4550" b="1">
                    <a:solidFill>
                      <a:schemeClr val="tx1"/>
                    </a:solidFill>
                  </a:endParaRPr>
                </a:p>
              </p:txBody>
            </p:sp>
          </p:grpSp>
          <p:sp>
            <p:nvSpPr>
              <p:cNvPr id="107" name="矩形 106"/>
              <p:cNvSpPr/>
              <p:nvPr/>
            </p:nvSpPr>
            <p:spPr>
              <a:xfrm>
                <a:off x="1787" y="4226"/>
                <a:ext cx="40808" cy="1914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  <a:prstDash val="dash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2560"/>
              </a:p>
            </p:txBody>
          </p:sp>
          <p:grpSp>
            <p:nvGrpSpPr>
              <p:cNvPr id="109" name="组合 108"/>
              <p:cNvGrpSpPr/>
              <p:nvPr/>
            </p:nvGrpSpPr>
            <p:grpSpPr>
              <a:xfrm rot="0">
                <a:off x="15772" y="7493"/>
                <a:ext cx="7420" cy="3364"/>
                <a:chOff x="431" y="349"/>
                <a:chExt cx="3918" cy="1789"/>
              </a:xfrm>
            </p:grpSpPr>
            <p:sp>
              <p:nvSpPr>
                <p:cNvPr id="110" name="矩形 109"/>
                <p:cNvSpPr/>
                <p:nvPr/>
              </p:nvSpPr>
              <p:spPr>
                <a:xfrm>
                  <a:off x="431" y="349"/>
                  <a:ext cx="3202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4550" b="1">
                      <a:solidFill>
                        <a:schemeClr val="tx1"/>
                      </a:solidFill>
                    </a:rPr>
                    <a:t>待定</a:t>
                  </a:r>
                  <a:endParaRPr lang="en-US" altLang="zh-CN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11" name="矩形 110"/>
                <p:cNvSpPr/>
                <p:nvPr/>
              </p:nvSpPr>
              <p:spPr>
                <a:xfrm>
                  <a:off x="3633" y="349"/>
                  <a:ext cx="717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en-US" sz="4550" b="1">
                      <a:solidFill>
                        <a:srgbClr val="0070C0"/>
                      </a:solidFill>
                    </a:rPr>
                    <a:t>/</a:t>
                  </a:r>
                  <a:endParaRPr lang="en-US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12" name="矩形 111"/>
                <p:cNvSpPr/>
                <p:nvPr/>
              </p:nvSpPr>
              <p:spPr>
                <a:xfrm>
                  <a:off x="431" y="1244"/>
                  <a:ext cx="3202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4550" b="1">
                      <a:solidFill>
                        <a:schemeClr val="tx1"/>
                      </a:solidFill>
                    </a:rPr>
                    <a:t>待定</a:t>
                  </a:r>
                  <a:endParaRPr lang="en-US" altLang="zh-CN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13" name="矩形 112"/>
                <p:cNvSpPr/>
                <p:nvPr/>
              </p:nvSpPr>
              <p:spPr>
                <a:xfrm>
                  <a:off x="3633" y="1244"/>
                  <a:ext cx="717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en-US" sz="4550" b="1">
                      <a:solidFill>
                        <a:srgbClr val="0070C0"/>
                      </a:solidFill>
                    </a:rPr>
                    <a:t>/</a:t>
                  </a:r>
                  <a:endParaRPr lang="en-US" sz="4550" b="1">
                    <a:solidFill>
                      <a:srgbClr val="0070C0"/>
                    </a:solidFill>
                  </a:endParaRPr>
                </a:p>
              </p:txBody>
            </p:sp>
          </p:grpSp>
          <p:grpSp>
            <p:nvGrpSpPr>
              <p:cNvPr id="114" name="组合 113"/>
              <p:cNvGrpSpPr/>
              <p:nvPr/>
            </p:nvGrpSpPr>
            <p:grpSpPr>
              <a:xfrm rot="0">
                <a:off x="15769" y="16734"/>
                <a:ext cx="7420" cy="3364"/>
                <a:chOff x="431" y="349"/>
                <a:chExt cx="3918" cy="1789"/>
              </a:xfrm>
            </p:grpSpPr>
            <p:sp>
              <p:nvSpPr>
                <p:cNvPr id="115" name="矩形 114"/>
                <p:cNvSpPr/>
                <p:nvPr/>
              </p:nvSpPr>
              <p:spPr>
                <a:xfrm>
                  <a:off x="431" y="349"/>
                  <a:ext cx="3202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4550" b="1">
                      <a:solidFill>
                        <a:schemeClr val="tx1"/>
                      </a:solidFill>
                    </a:rPr>
                    <a:t>待定</a:t>
                  </a:r>
                  <a:endParaRPr lang="en-US" altLang="zh-CN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16" name="矩形 115"/>
                <p:cNvSpPr/>
                <p:nvPr/>
              </p:nvSpPr>
              <p:spPr>
                <a:xfrm>
                  <a:off x="3633" y="349"/>
                  <a:ext cx="717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en-US" sz="4550" b="1">
                      <a:solidFill>
                        <a:srgbClr val="0070C0"/>
                      </a:solidFill>
                    </a:rPr>
                    <a:t>/</a:t>
                  </a:r>
                  <a:endParaRPr lang="en-US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46" name="矩形 145"/>
                <p:cNvSpPr/>
                <p:nvPr/>
              </p:nvSpPr>
              <p:spPr>
                <a:xfrm>
                  <a:off x="431" y="1244"/>
                  <a:ext cx="3202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4550" b="1">
                      <a:solidFill>
                        <a:schemeClr val="tx1"/>
                      </a:solidFill>
                    </a:rPr>
                    <a:t>待定</a:t>
                  </a:r>
                  <a:endParaRPr lang="en-US" altLang="zh-CN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47" name="矩形 146"/>
                <p:cNvSpPr/>
                <p:nvPr/>
              </p:nvSpPr>
              <p:spPr>
                <a:xfrm>
                  <a:off x="3633" y="1244"/>
                  <a:ext cx="717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en-US" sz="4550" b="1">
                      <a:solidFill>
                        <a:srgbClr val="0070C0"/>
                      </a:solidFill>
                    </a:rPr>
                    <a:t>/</a:t>
                  </a:r>
                  <a:endParaRPr lang="en-US" sz="4550" b="1">
                    <a:solidFill>
                      <a:srgbClr val="0070C0"/>
                    </a:solidFill>
                  </a:endParaRPr>
                </a:p>
              </p:txBody>
            </p:sp>
          </p:grpSp>
          <p:cxnSp>
            <p:nvCxnSpPr>
              <p:cNvPr id="155" name="肘形连接符 154"/>
              <p:cNvCxnSpPr>
                <a:stCxn id="21" idx="3"/>
                <a:endCxn id="146" idx="1"/>
              </p:cNvCxnSpPr>
              <p:nvPr/>
            </p:nvCxnSpPr>
            <p:spPr>
              <a:xfrm flipV="1">
                <a:off x="10093" y="19259"/>
                <a:ext cx="5676" cy="842"/>
              </a:xfrm>
              <a:prstGeom prst="bentConnector3">
                <a:avLst>
                  <a:gd name="adj1" fmla="val 50000"/>
                </a:avLst>
              </a:prstGeom>
              <a:ln w="412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157" name="肘形连接符 156"/>
              <p:cNvCxnSpPr>
                <a:stCxn id="16" idx="3"/>
                <a:endCxn id="115" idx="1"/>
              </p:cNvCxnSpPr>
              <p:nvPr/>
            </p:nvCxnSpPr>
            <p:spPr>
              <a:xfrm>
                <a:off x="10093" y="15410"/>
                <a:ext cx="5676" cy="2166"/>
              </a:xfrm>
              <a:prstGeom prst="bentConnector3">
                <a:avLst>
                  <a:gd name="adj1" fmla="val 50000"/>
                </a:avLst>
              </a:prstGeom>
              <a:ln w="412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158" name="肘形连接符 157"/>
              <p:cNvCxnSpPr>
                <a:stCxn id="5" idx="3"/>
                <a:endCxn id="110" idx="1"/>
              </p:cNvCxnSpPr>
              <p:nvPr/>
            </p:nvCxnSpPr>
            <p:spPr>
              <a:xfrm>
                <a:off x="10093" y="6028"/>
                <a:ext cx="5679" cy="2307"/>
              </a:xfrm>
              <a:prstGeom prst="bentConnector3">
                <a:avLst>
                  <a:gd name="adj1" fmla="val 50009"/>
                </a:avLst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159" name="肘形连接符 158"/>
              <p:cNvCxnSpPr>
                <a:stCxn id="11" idx="3"/>
                <a:endCxn id="112" idx="1"/>
              </p:cNvCxnSpPr>
              <p:nvPr/>
            </p:nvCxnSpPr>
            <p:spPr>
              <a:xfrm flipV="1">
                <a:off x="10093" y="10017"/>
                <a:ext cx="5679" cy="702"/>
              </a:xfrm>
              <a:prstGeom prst="bentConnector3">
                <a:avLst>
                  <a:gd name="adj1" fmla="val 50009"/>
                </a:avLst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181" name="肘形连接符 180"/>
              <p:cNvCxnSpPr>
                <a:stCxn id="111" idx="3"/>
                <a:endCxn id="187" idx="1"/>
              </p:cNvCxnSpPr>
              <p:nvPr/>
            </p:nvCxnSpPr>
            <p:spPr>
              <a:xfrm>
                <a:off x="23194" y="8335"/>
                <a:ext cx="8287" cy="4448"/>
              </a:xfrm>
              <a:prstGeom prst="bentConnector3">
                <a:avLst>
                  <a:gd name="adj1" fmla="val 50006"/>
                </a:avLst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182" name="肘形连接符 181"/>
              <p:cNvCxnSpPr>
                <a:stCxn id="116" idx="3"/>
                <a:endCxn id="188" idx="1"/>
              </p:cNvCxnSpPr>
              <p:nvPr/>
            </p:nvCxnSpPr>
            <p:spPr>
              <a:xfrm flipV="1">
                <a:off x="23191" y="14698"/>
                <a:ext cx="8290" cy="2878"/>
              </a:xfrm>
              <a:prstGeom prst="bentConnector3">
                <a:avLst>
                  <a:gd name="adj1" fmla="val 50000"/>
                </a:avLst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sp>
            <p:nvSpPr>
              <p:cNvPr id="185" name="文本框 184"/>
              <p:cNvSpPr txBox="1"/>
              <p:nvPr/>
            </p:nvSpPr>
            <p:spPr>
              <a:xfrm>
                <a:off x="30130" y="9176"/>
                <a:ext cx="10636" cy="2023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</p:spPr>
            <p:txBody>
              <a:bodyPr wrap="square" rtlCol="0" anchor="ctr" anchorCtr="0">
                <a:noAutofit/>
              </a:bodyPr>
              <a:p>
                <a:pPr algn="ctr"/>
                <a:r>
                  <a:rPr lang="zh-CN" altLang="en-US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四强晋级队伍</a:t>
                </a:r>
                <a:r>
                  <a:rPr lang="en-US" altLang="zh-CN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-</a:t>
                </a:r>
                <a:r>
                  <a:rPr lang="zh-CN" altLang="en-US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上</a:t>
                </a:r>
                <a:r>
                  <a:rPr lang="zh-CN" altLang="en-US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半区</a:t>
                </a:r>
                <a:endParaRPr lang="zh-CN" altLang="en-US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endParaRPr>
              </a:p>
            </p:txBody>
          </p:sp>
          <p:sp>
            <p:nvSpPr>
              <p:cNvPr id="186" name="矩形 185"/>
              <p:cNvSpPr/>
              <p:nvPr/>
            </p:nvSpPr>
            <p:spPr>
              <a:xfrm>
                <a:off x="30130" y="11199"/>
                <a:ext cx="10636" cy="5424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  <a:prstDash val="dash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2560"/>
              </a:p>
            </p:txBody>
          </p:sp>
          <p:sp>
            <p:nvSpPr>
              <p:cNvPr id="187" name="矩形 186"/>
              <p:cNvSpPr/>
              <p:nvPr/>
            </p:nvSpPr>
            <p:spPr>
              <a:xfrm>
                <a:off x="31481" y="11825"/>
                <a:ext cx="8666" cy="1915"/>
              </a:xfrm>
              <a:prstGeom prst="rect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zh-CN" altLang="en-US" sz="4550" b="1">
                    <a:solidFill>
                      <a:schemeClr val="tx1"/>
                    </a:solidFill>
                  </a:rPr>
                  <a:t>待定</a:t>
                </a:r>
                <a:endParaRPr lang="en-US" altLang="zh-CN" sz="4550" b="1">
                  <a:solidFill>
                    <a:schemeClr val="tx1"/>
                  </a:solidFill>
                </a:endParaRPr>
              </a:p>
            </p:txBody>
          </p:sp>
          <p:sp>
            <p:nvSpPr>
              <p:cNvPr id="188" name="矩形 187"/>
              <p:cNvSpPr/>
              <p:nvPr/>
            </p:nvSpPr>
            <p:spPr>
              <a:xfrm>
                <a:off x="31481" y="13740"/>
                <a:ext cx="8666" cy="1915"/>
              </a:xfrm>
              <a:prstGeom prst="rect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zh-CN" altLang="en-US" sz="4550" b="1">
                    <a:solidFill>
                      <a:schemeClr val="tx1"/>
                    </a:solidFill>
                  </a:rPr>
                  <a:t>待定</a:t>
                </a:r>
                <a:endParaRPr lang="en-US" altLang="zh-CN" sz="4550" b="1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99" name="组合 198"/>
            <p:cNvGrpSpPr/>
            <p:nvPr/>
          </p:nvGrpSpPr>
          <p:grpSpPr>
            <a:xfrm rot="0">
              <a:off x="1787" y="24304"/>
              <a:ext cx="40808" cy="18430"/>
              <a:chOff x="1787" y="4226"/>
              <a:chExt cx="40808" cy="19149"/>
            </a:xfrm>
          </p:grpSpPr>
          <p:grpSp>
            <p:nvGrpSpPr>
              <p:cNvPr id="200" name="组合 199"/>
              <p:cNvGrpSpPr/>
              <p:nvPr/>
            </p:nvGrpSpPr>
            <p:grpSpPr>
              <a:xfrm rot="0">
                <a:off x="2671" y="5186"/>
                <a:ext cx="7420" cy="3364"/>
                <a:chOff x="431" y="349"/>
                <a:chExt cx="3918" cy="1789"/>
              </a:xfrm>
            </p:grpSpPr>
            <p:sp>
              <p:nvSpPr>
                <p:cNvPr id="201" name="矩形 200"/>
                <p:cNvSpPr/>
                <p:nvPr/>
              </p:nvSpPr>
              <p:spPr>
                <a:xfrm>
                  <a:off x="431" y="349"/>
                  <a:ext cx="3202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4550" b="1">
                      <a:solidFill>
                        <a:schemeClr val="tx1"/>
                      </a:solidFill>
                    </a:rPr>
                    <a:t>待定</a:t>
                  </a:r>
                  <a:endParaRPr lang="en-US" altLang="zh-CN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02" name="矩形 201"/>
                <p:cNvSpPr/>
                <p:nvPr/>
              </p:nvSpPr>
              <p:spPr>
                <a:xfrm>
                  <a:off x="3633" y="349"/>
                  <a:ext cx="717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en-US" sz="4550" b="1">
                      <a:solidFill>
                        <a:srgbClr val="0070C0"/>
                      </a:solidFill>
                    </a:rPr>
                    <a:t>/</a:t>
                  </a:r>
                  <a:endParaRPr lang="en-US" sz="4550" b="1">
                    <a:solidFill>
                      <a:srgbClr val="0070C0"/>
                    </a:solidFill>
                  </a:endParaRPr>
                </a:p>
              </p:txBody>
            </p:sp>
            <p:sp>
              <p:nvSpPr>
                <p:cNvPr id="203" name="矩形 202"/>
                <p:cNvSpPr/>
                <p:nvPr/>
              </p:nvSpPr>
              <p:spPr>
                <a:xfrm>
                  <a:off x="431" y="1244"/>
                  <a:ext cx="3202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4550" b="1">
                      <a:solidFill>
                        <a:schemeClr val="tx1"/>
                      </a:solidFill>
                    </a:rPr>
                    <a:t>待定</a:t>
                  </a:r>
                  <a:endParaRPr lang="en-US" altLang="zh-CN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04" name="矩形 203"/>
                <p:cNvSpPr/>
                <p:nvPr/>
              </p:nvSpPr>
              <p:spPr>
                <a:xfrm>
                  <a:off x="3633" y="1244"/>
                  <a:ext cx="717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en-US" sz="4550" b="1">
                      <a:solidFill>
                        <a:srgbClr val="0070C0"/>
                      </a:solidFill>
                    </a:rPr>
                    <a:t>/</a:t>
                  </a:r>
                  <a:endParaRPr lang="en-US" sz="4550" b="1">
                    <a:solidFill>
                      <a:schemeClr val="tx1"/>
                    </a:solidFill>
                  </a:endParaRPr>
                </a:p>
              </p:txBody>
            </p:sp>
          </p:grpSp>
          <p:grpSp>
            <p:nvGrpSpPr>
              <p:cNvPr id="205" name="组合 204"/>
              <p:cNvGrpSpPr/>
              <p:nvPr/>
            </p:nvGrpSpPr>
            <p:grpSpPr>
              <a:xfrm rot="0">
                <a:off x="2671" y="9877"/>
                <a:ext cx="7420" cy="3364"/>
                <a:chOff x="431" y="349"/>
                <a:chExt cx="3918" cy="1789"/>
              </a:xfrm>
            </p:grpSpPr>
            <p:sp>
              <p:nvSpPr>
                <p:cNvPr id="206" name="矩形 205"/>
                <p:cNvSpPr/>
                <p:nvPr/>
              </p:nvSpPr>
              <p:spPr>
                <a:xfrm>
                  <a:off x="431" y="349"/>
                  <a:ext cx="3202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4550" b="1">
                      <a:solidFill>
                        <a:schemeClr val="tx1"/>
                      </a:solidFill>
                    </a:rPr>
                    <a:t>待定</a:t>
                  </a:r>
                  <a:endParaRPr lang="en-US" altLang="zh-CN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07" name="矩形 206"/>
                <p:cNvSpPr/>
                <p:nvPr/>
              </p:nvSpPr>
              <p:spPr>
                <a:xfrm>
                  <a:off x="3633" y="349"/>
                  <a:ext cx="717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en-US" sz="4550" b="1">
                      <a:solidFill>
                        <a:srgbClr val="0070C0"/>
                      </a:solidFill>
                    </a:rPr>
                    <a:t>/</a:t>
                  </a:r>
                  <a:endParaRPr lang="en-US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08" name="矩形 207"/>
                <p:cNvSpPr/>
                <p:nvPr/>
              </p:nvSpPr>
              <p:spPr>
                <a:xfrm>
                  <a:off x="431" y="1244"/>
                  <a:ext cx="3202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4550" b="1">
                      <a:solidFill>
                        <a:schemeClr val="tx1"/>
                      </a:solidFill>
                    </a:rPr>
                    <a:t>待定</a:t>
                  </a:r>
                  <a:endParaRPr lang="en-US" altLang="zh-CN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09" name="矩形 208"/>
                <p:cNvSpPr/>
                <p:nvPr/>
              </p:nvSpPr>
              <p:spPr>
                <a:xfrm>
                  <a:off x="3633" y="1244"/>
                  <a:ext cx="717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en-US" sz="4550" b="1">
                      <a:solidFill>
                        <a:srgbClr val="0070C0"/>
                      </a:solidFill>
                    </a:rPr>
                    <a:t>/</a:t>
                  </a:r>
                  <a:endParaRPr lang="en-US" sz="4550" b="1">
                    <a:solidFill>
                      <a:srgbClr val="0070C0"/>
                    </a:solidFill>
                  </a:endParaRPr>
                </a:p>
              </p:txBody>
            </p:sp>
          </p:grpSp>
          <p:grpSp>
            <p:nvGrpSpPr>
              <p:cNvPr id="210" name="组合 209"/>
              <p:cNvGrpSpPr/>
              <p:nvPr/>
            </p:nvGrpSpPr>
            <p:grpSpPr>
              <a:xfrm rot="0">
                <a:off x="2671" y="14568"/>
                <a:ext cx="7420" cy="3364"/>
                <a:chOff x="431" y="349"/>
                <a:chExt cx="3918" cy="1789"/>
              </a:xfrm>
            </p:grpSpPr>
            <p:sp>
              <p:nvSpPr>
                <p:cNvPr id="211" name="矩形 210"/>
                <p:cNvSpPr/>
                <p:nvPr/>
              </p:nvSpPr>
              <p:spPr>
                <a:xfrm>
                  <a:off x="431" y="349"/>
                  <a:ext cx="3202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4550" b="1">
                      <a:solidFill>
                        <a:schemeClr val="tx1"/>
                      </a:solidFill>
                    </a:rPr>
                    <a:t>待定</a:t>
                  </a:r>
                  <a:endParaRPr lang="en-US" altLang="zh-CN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12" name="矩形 211"/>
                <p:cNvSpPr/>
                <p:nvPr/>
              </p:nvSpPr>
              <p:spPr>
                <a:xfrm>
                  <a:off x="3633" y="349"/>
                  <a:ext cx="717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en-US" sz="4550" b="1">
                      <a:solidFill>
                        <a:srgbClr val="0070C0"/>
                      </a:solidFill>
                    </a:rPr>
                    <a:t>/</a:t>
                  </a:r>
                  <a:endParaRPr lang="en-US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13" name="矩形 212"/>
                <p:cNvSpPr/>
                <p:nvPr/>
              </p:nvSpPr>
              <p:spPr>
                <a:xfrm>
                  <a:off x="431" y="1244"/>
                  <a:ext cx="3202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4550" b="1">
                      <a:solidFill>
                        <a:schemeClr val="tx1"/>
                      </a:solidFill>
                    </a:rPr>
                    <a:t>待定</a:t>
                  </a:r>
                  <a:endParaRPr lang="en-US" altLang="zh-CN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14" name="矩形 213"/>
                <p:cNvSpPr/>
                <p:nvPr/>
              </p:nvSpPr>
              <p:spPr>
                <a:xfrm>
                  <a:off x="3633" y="1244"/>
                  <a:ext cx="717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en-US" sz="4550" b="1">
                      <a:solidFill>
                        <a:srgbClr val="0070C0"/>
                      </a:solidFill>
                    </a:rPr>
                    <a:t>/</a:t>
                  </a:r>
                  <a:endParaRPr lang="en-US" sz="4550" b="1">
                    <a:solidFill>
                      <a:srgbClr val="0070C0"/>
                    </a:solidFill>
                  </a:endParaRPr>
                </a:p>
              </p:txBody>
            </p:sp>
          </p:grpSp>
          <p:grpSp>
            <p:nvGrpSpPr>
              <p:cNvPr id="215" name="组合 214"/>
              <p:cNvGrpSpPr/>
              <p:nvPr/>
            </p:nvGrpSpPr>
            <p:grpSpPr>
              <a:xfrm rot="0">
                <a:off x="2671" y="19259"/>
                <a:ext cx="7420" cy="3364"/>
                <a:chOff x="431" y="349"/>
                <a:chExt cx="3918" cy="1789"/>
              </a:xfrm>
            </p:grpSpPr>
            <p:sp>
              <p:nvSpPr>
                <p:cNvPr id="216" name="矩形 215"/>
                <p:cNvSpPr/>
                <p:nvPr/>
              </p:nvSpPr>
              <p:spPr>
                <a:xfrm>
                  <a:off x="431" y="349"/>
                  <a:ext cx="3202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4550" b="1">
                      <a:solidFill>
                        <a:schemeClr val="tx1"/>
                      </a:solidFill>
                    </a:rPr>
                    <a:t>待定</a:t>
                  </a:r>
                  <a:endParaRPr lang="en-US" altLang="zh-CN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17" name="矩形 216"/>
                <p:cNvSpPr/>
                <p:nvPr/>
              </p:nvSpPr>
              <p:spPr>
                <a:xfrm>
                  <a:off x="3633" y="349"/>
                  <a:ext cx="717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en-US" sz="4550" b="1">
                      <a:solidFill>
                        <a:srgbClr val="0070C0"/>
                      </a:solidFill>
                    </a:rPr>
                    <a:t>/</a:t>
                  </a:r>
                  <a:endParaRPr lang="en-US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18" name="矩形 217"/>
                <p:cNvSpPr/>
                <p:nvPr/>
              </p:nvSpPr>
              <p:spPr>
                <a:xfrm>
                  <a:off x="431" y="1244"/>
                  <a:ext cx="3202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4550" b="1">
                      <a:solidFill>
                        <a:schemeClr val="tx1"/>
                      </a:solidFill>
                    </a:rPr>
                    <a:t>待定</a:t>
                  </a:r>
                  <a:endParaRPr lang="en-US" altLang="zh-CN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19" name="矩形 218"/>
                <p:cNvSpPr/>
                <p:nvPr/>
              </p:nvSpPr>
              <p:spPr>
                <a:xfrm>
                  <a:off x="3633" y="1244"/>
                  <a:ext cx="717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en-US" sz="4550" b="1">
                      <a:solidFill>
                        <a:srgbClr val="0070C0"/>
                      </a:solidFill>
                    </a:rPr>
                    <a:t>/</a:t>
                  </a:r>
                  <a:endParaRPr lang="en-US" sz="4550" b="1">
                    <a:solidFill>
                      <a:schemeClr val="tx1"/>
                    </a:solidFill>
                  </a:endParaRPr>
                </a:p>
              </p:txBody>
            </p:sp>
          </p:grpSp>
          <p:sp>
            <p:nvSpPr>
              <p:cNvPr id="220" name="矩形 219"/>
              <p:cNvSpPr/>
              <p:nvPr/>
            </p:nvSpPr>
            <p:spPr>
              <a:xfrm>
                <a:off x="1787" y="4226"/>
                <a:ext cx="40808" cy="1914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  <a:prstDash val="dash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2560"/>
              </a:p>
            </p:txBody>
          </p:sp>
          <p:grpSp>
            <p:nvGrpSpPr>
              <p:cNvPr id="221" name="组合 220"/>
              <p:cNvGrpSpPr/>
              <p:nvPr/>
            </p:nvGrpSpPr>
            <p:grpSpPr>
              <a:xfrm rot="0">
                <a:off x="15772" y="7493"/>
                <a:ext cx="7420" cy="3364"/>
                <a:chOff x="431" y="349"/>
                <a:chExt cx="3918" cy="1789"/>
              </a:xfrm>
            </p:grpSpPr>
            <p:sp>
              <p:nvSpPr>
                <p:cNvPr id="222" name="矩形 221"/>
                <p:cNvSpPr/>
                <p:nvPr/>
              </p:nvSpPr>
              <p:spPr>
                <a:xfrm>
                  <a:off x="431" y="349"/>
                  <a:ext cx="3202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4550" b="1">
                      <a:solidFill>
                        <a:schemeClr val="tx1"/>
                      </a:solidFill>
                    </a:rPr>
                    <a:t>待定</a:t>
                  </a:r>
                  <a:endParaRPr lang="en-US" altLang="zh-CN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23" name="矩形 222"/>
                <p:cNvSpPr/>
                <p:nvPr/>
              </p:nvSpPr>
              <p:spPr>
                <a:xfrm>
                  <a:off x="3633" y="349"/>
                  <a:ext cx="717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en-US" sz="4550" b="1">
                      <a:solidFill>
                        <a:srgbClr val="0070C0"/>
                      </a:solidFill>
                    </a:rPr>
                    <a:t>/</a:t>
                  </a:r>
                  <a:endParaRPr lang="en-US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24" name="矩形 223"/>
                <p:cNvSpPr/>
                <p:nvPr/>
              </p:nvSpPr>
              <p:spPr>
                <a:xfrm>
                  <a:off x="431" y="1244"/>
                  <a:ext cx="3202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4550" b="1">
                      <a:solidFill>
                        <a:schemeClr val="tx1"/>
                      </a:solidFill>
                    </a:rPr>
                    <a:t>待定</a:t>
                  </a:r>
                  <a:endParaRPr lang="en-US" altLang="zh-CN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25" name="矩形 224"/>
                <p:cNvSpPr/>
                <p:nvPr/>
              </p:nvSpPr>
              <p:spPr>
                <a:xfrm>
                  <a:off x="3633" y="1244"/>
                  <a:ext cx="717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en-US" sz="4550" b="1">
                      <a:solidFill>
                        <a:srgbClr val="0070C0"/>
                      </a:solidFill>
                    </a:rPr>
                    <a:t>/</a:t>
                  </a:r>
                  <a:endParaRPr lang="en-US" sz="4550" b="1">
                    <a:solidFill>
                      <a:srgbClr val="0070C0"/>
                    </a:solidFill>
                  </a:endParaRPr>
                </a:p>
              </p:txBody>
            </p:sp>
          </p:grpSp>
          <p:grpSp>
            <p:nvGrpSpPr>
              <p:cNvPr id="226" name="组合 225"/>
              <p:cNvGrpSpPr/>
              <p:nvPr/>
            </p:nvGrpSpPr>
            <p:grpSpPr>
              <a:xfrm rot="0">
                <a:off x="15769" y="16734"/>
                <a:ext cx="7420" cy="3364"/>
                <a:chOff x="431" y="349"/>
                <a:chExt cx="3918" cy="1789"/>
              </a:xfrm>
            </p:grpSpPr>
            <p:sp>
              <p:nvSpPr>
                <p:cNvPr id="227" name="矩形 226"/>
                <p:cNvSpPr/>
                <p:nvPr/>
              </p:nvSpPr>
              <p:spPr>
                <a:xfrm>
                  <a:off x="431" y="349"/>
                  <a:ext cx="3202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4550" b="1">
                      <a:solidFill>
                        <a:schemeClr val="tx1"/>
                      </a:solidFill>
                    </a:rPr>
                    <a:t>待定</a:t>
                  </a:r>
                  <a:endParaRPr lang="en-US" altLang="zh-CN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28" name="矩形 227"/>
                <p:cNvSpPr/>
                <p:nvPr/>
              </p:nvSpPr>
              <p:spPr>
                <a:xfrm>
                  <a:off x="3633" y="349"/>
                  <a:ext cx="717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en-US" sz="4550" b="1">
                      <a:solidFill>
                        <a:srgbClr val="0070C0"/>
                      </a:solidFill>
                    </a:rPr>
                    <a:t>/</a:t>
                  </a:r>
                  <a:endParaRPr lang="en-US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29" name="矩形 228"/>
                <p:cNvSpPr/>
                <p:nvPr/>
              </p:nvSpPr>
              <p:spPr>
                <a:xfrm>
                  <a:off x="431" y="1244"/>
                  <a:ext cx="3202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4550" b="1">
                      <a:solidFill>
                        <a:schemeClr val="tx1"/>
                      </a:solidFill>
                    </a:rPr>
                    <a:t>待定</a:t>
                  </a:r>
                  <a:endParaRPr lang="en-US" altLang="zh-CN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30" name="矩形 229"/>
                <p:cNvSpPr/>
                <p:nvPr/>
              </p:nvSpPr>
              <p:spPr>
                <a:xfrm>
                  <a:off x="3633" y="1244"/>
                  <a:ext cx="717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en-US" sz="4550" b="1">
                      <a:solidFill>
                        <a:srgbClr val="0070C0"/>
                      </a:solidFill>
                    </a:rPr>
                    <a:t>/</a:t>
                  </a:r>
                  <a:endParaRPr lang="en-US" sz="4550" b="1">
                    <a:solidFill>
                      <a:srgbClr val="0070C0"/>
                    </a:solidFill>
                  </a:endParaRPr>
                </a:p>
              </p:txBody>
            </p:sp>
          </p:grpSp>
          <p:cxnSp>
            <p:nvCxnSpPr>
              <p:cNvPr id="231" name="肘形连接符 230"/>
              <p:cNvCxnSpPr>
                <a:stCxn id="217" idx="3"/>
                <a:endCxn id="229" idx="1"/>
              </p:cNvCxnSpPr>
              <p:nvPr/>
            </p:nvCxnSpPr>
            <p:spPr>
              <a:xfrm flipV="1">
                <a:off x="10093" y="19259"/>
                <a:ext cx="5676" cy="842"/>
              </a:xfrm>
              <a:prstGeom prst="bentConnector3">
                <a:avLst>
                  <a:gd name="adj1" fmla="val 50000"/>
                </a:avLst>
              </a:prstGeom>
              <a:ln w="412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232" name="肘形连接符 231"/>
              <p:cNvCxnSpPr>
                <a:stCxn id="212" idx="3"/>
                <a:endCxn id="227" idx="1"/>
              </p:cNvCxnSpPr>
              <p:nvPr/>
            </p:nvCxnSpPr>
            <p:spPr>
              <a:xfrm>
                <a:off x="10093" y="15410"/>
                <a:ext cx="5676" cy="2166"/>
              </a:xfrm>
              <a:prstGeom prst="bentConnector3">
                <a:avLst>
                  <a:gd name="adj1" fmla="val 50000"/>
                </a:avLst>
              </a:prstGeom>
              <a:ln w="412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233" name="肘形连接符 232"/>
              <p:cNvCxnSpPr>
                <a:stCxn id="202" idx="3"/>
                <a:endCxn id="222" idx="1"/>
              </p:cNvCxnSpPr>
              <p:nvPr/>
            </p:nvCxnSpPr>
            <p:spPr>
              <a:xfrm>
                <a:off x="10093" y="6028"/>
                <a:ext cx="5679" cy="2307"/>
              </a:xfrm>
              <a:prstGeom prst="bentConnector3">
                <a:avLst>
                  <a:gd name="adj1" fmla="val 50009"/>
                </a:avLst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234" name="肘形连接符 233"/>
              <p:cNvCxnSpPr>
                <a:stCxn id="207" idx="3"/>
                <a:endCxn id="224" idx="1"/>
              </p:cNvCxnSpPr>
              <p:nvPr/>
            </p:nvCxnSpPr>
            <p:spPr>
              <a:xfrm flipV="1">
                <a:off x="10093" y="10017"/>
                <a:ext cx="5679" cy="702"/>
              </a:xfrm>
              <a:prstGeom prst="bentConnector3">
                <a:avLst>
                  <a:gd name="adj1" fmla="val 50009"/>
                </a:avLst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235" name="肘形连接符 234"/>
              <p:cNvCxnSpPr>
                <a:stCxn id="223" idx="3"/>
                <a:endCxn id="239" idx="1"/>
              </p:cNvCxnSpPr>
              <p:nvPr/>
            </p:nvCxnSpPr>
            <p:spPr>
              <a:xfrm>
                <a:off x="23194" y="8335"/>
                <a:ext cx="8287" cy="4448"/>
              </a:xfrm>
              <a:prstGeom prst="bentConnector3">
                <a:avLst>
                  <a:gd name="adj1" fmla="val 50006"/>
                </a:avLst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236" name="肘形连接符 235"/>
              <p:cNvCxnSpPr>
                <a:stCxn id="228" idx="3"/>
                <a:endCxn id="240" idx="1"/>
              </p:cNvCxnSpPr>
              <p:nvPr/>
            </p:nvCxnSpPr>
            <p:spPr>
              <a:xfrm flipV="1">
                <a:off x="23191" y="14698"/>
                <a:ext cx="8290" cy="2878"/>
              </a:xfrm>
              <a:prstGeom prst="bentConnector3">
                <a:avLst>
                  <a:gd name="adj1" fmla="val 50000"/>
                </a:avLst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sp>
            <p:nvSpPr>
              <p:cNvPr id="237" name="文本框 236"/>
              <p:cNvSpPr txBox="1"/>
              <p:nvPr/>
            </p:nvSpPr>
            <p:spPr>
              <a:xfrm>
                <a:off x="30130" y="9176"/>
                <a:ext cx="10636" cy="2023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</p:spPr>
            <p:txBody>
              <a:bodyPr wrap="square" rtlCol="0" anchor="ctr" anchorCtr="0">
                <a:noAutofit/>
              </a:bodyPr>
              <a:p>
                <a:pPr algn="ctr"/>
                <a:r>
                  <a:rPr lang="zh-CN" altLang="en-US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四强晋级队伍</a:t>
                </a:r>
                <a:r>
                  <a:rPr lang="en-US" altLang="zh-CN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-</a:t>
                </a:r>
                <a:r>
                  <a:rPr lang="zh-CN" altLang="en-US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下半区</a:t>
                </a:r>
                <a:endParaRPr lang="zh-CN" altLang="en-US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endParaRPr>
              </a:p>
            </p:txBody>
          </p:sp>
          <p:sp>
            <p:nvSpPr>
              <p:cNvPr id="238" name="矩形 237"/>
              <p:cNvSpPr/>
              <p:nvPr/>
            </p:nvSpPr>
            <p:spPr>
              <a:xfrm>
                <a:off x="30130" y="11199"/>
                <a:ext cx="10636" cy="5424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  <a:prstDash val="dash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2560"/>
              </a:p>
            </p:txBody>
          </p:sp>
          <p:sp>
            <p:nvSpPr>
              <p:cNvPr id="239" name="矩形 238"/>
              <p:cNvSpPr/>
              <p:nvPr/>
            </p:nvSpPr>
            <p:spPr>
              <a:xfrm>
                <a:off x="31481" y="11825"/>
                <a:ext cx="8666" cy="1915"/>
              </a:xfrm>
              <a:prstGeom prst="rect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zh-CN" altLang="en-US" sz="4550" b="1">
                    <a:solidFill>
                      <a:schemeClr val="tx1"/>
                    </a:solidFill>
                  </a:rPr>
                  <a:t>待定</a:t>
                </a:r>
                <a:endParaRPr lang="en-US" altLang="zh-CN" sz="4550" b="1">
                  <a:solidFill>
                    <a:schemeClr val="tx1"/>
                  </a:solidFill>
                </a:endParaRPr>
              </a:p>
            </p:txBody>
          </p:sp>
          <p:sp>
            <p:nvSpPr>
              <p:cNvPr id="240" name="矩形 239"/>
              <p:cNvSpPr/>
              <p:nvPr/>
            </p:nvSpPr>
            <p:spPr>
              <a:xfrm>
                <a:off x="31481" y="13740"/>
                <a:ext cx="8666" cy="1915"/>
              </a:xfrm>
              <a:prstGeom prst="rect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zh-CN" altLang="en-US" sz="4550" b="1">
                    <a:solidFill>
                      <a:schemeClr val="tx1"/>
                    </a:solidFill>
                  </a:rPr>
                  <a:t>待定</a:t>
                </a:r>
                <a:endParaRPr lang="en-US" altLang="zh-CN" sz="4550" b="1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241" name="文本框 240"/>
            <p:cNvSpPr txBox="1"/>
            <p:nvPr/>
          </p:nvSpPr>
          <p:spPr>
            <a:xfrm>
              <a:off x="1787" y="4166"/>
              <a:ext cx="40809" cy="2480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</p:spPr>
          <p:txBody>
            <a:bodyPr wrap="square" rtlCol="0" anchor="ctr" anchorCtr="0">
              <a:noAutofit/>
            </a:bodyPr>
            <a:p>
              <a:pPr algn="ctr"/>
              <a:r>
                <a:rPr lang="en-US" altLang="zh-CN" sz="720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16</a:t>
              </a:r>
              <a:r>
                <a:rPr lang="zh-CN" altLang="en-US" sz="720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进</a:t>
              </a:r>
              <a:r>
                <a:rPr lang="en-US" altLang="zh-CN" sz="720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4</a:t>
              </a:r>
              <a:r>
                <a:rPr lang="zh-CN" altLang="en-US" sz="720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淘汰赛</a:t>
              </a:r>
              <a:endParaRPr lang="zh-CN" altLang="en-US" sz="72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242" name="文本框 241"/>
            <p:cNvSpPr txBox="1"/>
            <p:nvPr/>
          </p:nvSpPr>
          <p:spPr>
            <a:xfrm>
              <a:off x="44114" y="4166"/>
              <a:ext cx="33945" cy="2480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</p:spPr>
          <p:txBody>
            <a:bodyPr wrap="square" rtlCol="0" anchor="ctr" anchorCtr="0">
              <a:noAutofit/>
            </a:bodyPr>
            <a:p>
              <a:pPr algn="ctr"/>
              <a:r>
                <a:rPr lang="en-US" sz="720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4</a:t>
              </a:r>
              <a:r>
                <a:rPr lang="zh-CN" altLang="en-US" sz="720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强淘汰赛</a:t>
              </a:r>
              <a:endParaRPr lang="zh-CN" altLang="en-US" sz="72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243" name="矩形 242"/>
            <p:cNvSpPr/>
            <p:nvPr/>
          </p:nvSpPr>
          <p:spPr>
            <a:xfrm>
              <a:off x="44114" y="6682"/>
              <a:ext cx="33945" cy="36052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dash"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2560"/>
            </a:p>
          </p:txBody>
        </p:sp>
        <p:grpSp>
          <p:nvGrpSpPr>
            <p:cNvPr id="244" name="组合 243"/>
            <p:cNvGrpSpPr/>
            <p:nvPr/>
          </p:nvGrpSpPr>
          <p:grpSpPr>
            <a:xfrm rot="0">
              <a:off x="45282" y="10856"/>
              <a:ext cx="30739" cy="27917"/>
              <a:chOff x="51531" y="53952"/>
              <a:chExt cx="25421" cy="11718"/>
            </a:xfrm>
          </p:grpSpPr>
          <p:sp>
            <p:nvSpPr>
              <p:cNvPr id="245" name="文本框 244"/>
              <p:cNvSpPr txBox="1"/>
              <p:nvPr/>
            </p:nvSpPr>
            <p:spPr>
              <a:xfrm>
                <a:off x="51531" y="53952"/>
                <a:ext cx="11063" cy="1584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</p:spPr>
            <p:txBody>
              <a:bodyPr wrap="square" rtlCol="0" anchor="ctr" anchorCtr="0">
                <a:noAutofit/>
              </a:bodyPr>
              <a:p>
                <a:pPr algn="ctr"/>
                <a:r>
                  <a:rPr lang="zh-CN" altLang="en-US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第</a:t>
                </a:r>
                <a:r>
                  <a:rPr lang="zh-CN" altLang="en-US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一轮</a:t>
                </a:r>
                <a:r>
                  <a:rPr lang="en-US" altLang="zh-CN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(1-0</a:t>
                </a:r>
                <a:r>
                  <a:rPr lang="zh-CN" altLang="en-US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分组</a:t>
                </a:r>
                <a:r>
                  <a:rPr lang="en-US" altLang="zh-CN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)</a:t>
                </a:r>
                <a:endParaRPr lang="en-US" altLang="zh-CN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endParaRPr>
              </a:p>
            </p:txBody>
          </p:sp>
          <p:sp>
            <p:nvSpPr>
              <p:cNvPr id="246" name="矩形 245"/>
              <p:cNvSpPr/>
              <p:nvPr/>
            </p:nvSpPr>
            <p:spPr>
              <a:xfrm>
                <a:off x="51531" y="55536"/>
                <a:ext cx="11063" cy="3988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  <a:prstDash val="dash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2560"/>
              </a:p>
            </p:txBody>
          </p:sp>
          <p:grpSp>
            <p:nvGrpSpPr>
              <p:cNvPr id="247" name="组合 246"/>
              <p:cNvGrpSpPr/>
              <p:nvPr/>
            </p:nvGrpSpPr>
            <p:grpSpPr>
              <a:xfrm rot="0">
                <a:off x="52816" y="56027"/>
                <a:ext cx="8494" cy="2997"/>
                <a:chOff x="431" y="349"/>
                <a:chExt cx="3918" cy="1789"/>
              </a:xfrm>
            </p:grpSpPr>
            <p:sp>
              <p:nvSpPr>
                <p:cNvPr id="248" name="矩形 247"/>
                <p:cNvSpPr/>
                <p:nvPr/>
              </p:nvSpPr>
              <p:spPr>
                <a:xfrm>
                  <a:off x="431" y="349"/>
                  <a:ext cx="3202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4550" b="1">
                      <a:solidFill>
                        <a:schemeClr val="tx1"/>
                      </a:solidFill>
                      <a:sym typeface="+mn-ea"/>
                    </a:rPr>
                    <a:t>待定</a:t>
                  </a:r>
                  <a:endParaRPr lang="en-US" altLang="zh-CN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49" name="矩形 248"/>
                <p:cNvSpPr/>
                <p:nvPr/>
              </p:nvSpPr>
              <p:spPr>
                <a:xfrm>
                  <a:off x="3633" y="349"/>
                  <a:ext cx="717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en-US" sz="4550" b="1">
                      <a:solidFill>
                        <a:srgbClr val="0070C0"/>
                      </a:solidFill>
                    </a:rPr>
                    <a:t>/</a:t>
                  </a:r>
                  <a:endParaRPr lang="en-US" sz="4550" b="1">
                    <a:solidFill>
                      <a:srgbClr val="0070C0"/>
                    </a:solidFill>
                  </a:endParaRPr>
                </a:p>
              </p:txBody>
            </p:sp>
            <p:sp>
              <p:nvSpPr>
                <p:cNvPr id="250" name="矩形 249"/>
                <p:cNvSpPr/>
                <p:nvPr/>
              </p:nvSpPr>
              <p:spPr>
                <a:xfrm>
                  <a:off x="431" y="1244"/>
                  <a:ext cx="3202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4550" b="1">
                      <a:solidFill>
                        <a:schemeClr val="tx1"/>
                      </a:solidFill>
                      <a:sym typeface="+mn-ea"/>
                    </a:rPr>
                    <a:t>待定</a:t>
                  </a:r>
                  <a:endParaRPr lang="en-US" altLang="zh-CN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51" name="矩形 250"/>
                <p:cNvSpPr/>
                <p:nvPr/>
              </p:nvSpPr>
              <p:spPr>
                <a:xfrm>
                  <a:off x="3633" y="1244"/>
                  <a:ext cx="717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en-US" sz="4550" b="1">
                      <a:solidFill>
                        <a:srgbClr val="0070C0"/>
                      </a:solidFill>
                    </a:rPr>
                    <a:t>/</a:t>
                  </a:r>
                  <a:endParaRPr lang="en-US" sz="4550" b="1">
                    <a:solidFill>
                      <a:schemeClr val="tx1"/>
                    </a:solidFill>
                  </a:endParaRPr>
                </a:p>
              </p:txBody>
            </p:sp>
          </p:grpSp>
          <p:grpSp>
            <p:nvGrpSpPr>
              <p:cNvPr id="252" name="组合 251"/>
              <p:cNvGrpSpPr/>
              <p:nvPr/>
            </p:nvGrpSpPr>
            <p:grpSpPr>
              <a:xfrm rot="0">
                <a:off x="51531" y="60098"/>
                <a:ext cx="11062" cy="5572"/>
                <a:chOff x="53765" y="17173"/>
                <a:chExt cx="9664" cy="5572"/>
              </a:xfrm>
            </p:grpSpPr>
            <p:sp>
              <p:nvSpPr>
                <p:cNvPr id="253" name="文本框 252"/>
                <p:cNvSpPr txBox="1"/>
                <p:nvPr/>
              </p:nvSpPr>
              <p:spPr>
                <a:xfrm>
                  <a:off x="53765" y="17173"/>
                  <a:ext cx="9665" cy="1584"/>
                </a:xfrm>
                <a:prstGeom prst="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</p:spPr>
              <p:txBody>
                <a:bodyPr wrap="square" rtlCol="0" anchor="ctr" anchorCtr="0">
                  <a:noAutofit/>
                </a:bodyPr>
                <a:p>
                  <a:pPr algn="ctr"/>
                  <a:r>
                    <a:rPr lang="zh-CN" altLang="en-US" sz="4550" b="1">
                      <a:solidFill>
                        <a:schemeClr val="accent1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微软雅黑" panose="020B0503020204020204" charset="-122"/>
                    </a:rPr>
                    <a:t>第</a:t>
                  </a:r>
                  <a:r>
                    <a:rPr lang="zh-CN" altLang="en-US" sz="4550" b="1">
                      <a:solidFill>
                        <a:schemeClr val="accent1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微软雅黑" panose="020B0503020204020204" charset="-122"/>
                    </a:rPr>
                    <a:t>一轮</a:t>
                  </a:r>
                  <a:r>
                    <a:rPr lang="en-US" altLang="zh-CN" sz="4550" b="1">
                      <a:solidFill>
                        <a:schemeClr val="accent1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微软雅黑" panose="020B0503020204020204" charset="-122"/>
                    </a:rPr>
                    <a:t>(0-1</a:t>
                  </a:r>
                  <a:r>
                    <a:rPr lang="zh-CN" altLang="en-US" sz="4550" b="1">
                      <a:solidFill>
                        <a:schemeClr val="accent1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微软雅黑" panose="020B0503020204020204" charset="-122"/>
                    </a:rPr>
                    <a:t>分组</a:t>
                  </a:r>
                  <a:r>
                    <a:rPr lang="en-US" altLang="zh-CN" sz="4550" b="1">
                      <a:solidFill>
                        <a:schemeClr val="accent1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微软雅黑" panose="020B0503020204020204" charset="-122"/>
                    </a:rPr>
                    <a:t>)</a:t>
                  </a:r>
                  <a:endParaRPr lang="en-US" altLang="zh-CN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endParaRPr>
                </a:p>
              </p:txBody>
            </p:sp>
            <p:sp>
              <p:nvSpPr>
                <p:cNvPr id="254" name="矩形 253"/>
                <p:cNvSpPr/>
                <p:nvPr/>
              </p:nvSpPr>
              <p:spPr>
                <a:xfrm>
                  <a:off x="53765" y="18757"/>
                  <a:ext cx="9665" cy="3988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  <a:prstDash val="dash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 sz="2560"/>
                </a:p>
              </p:txBody>
            </p:sp>
            <p:grpSp>
              <p:nvGrpSpPr>
                <p:cNvPr id="255" name="组合 254"/>
                <p:cNvGrpSpPr/>
                <p:nvPr/>
              </p:nvGrpSpPr>
              <p:grpSpPr>
                <a:xfrm rot="0">
                  <a:off x="54888" y="19247"/>
                  <a:ext cx="7420" cy="2997"/>
                  <a:chOff x="431" y="349"/>
                  <a:chExt cx="3918" cy="1789"/>
                </a:xfrm>
              </p:grpSpPr>
              <p:sp>
                <p:nvSpPr>
                  <p:cNvPr id="256" name="矩形 255"/>
                  <p:cNvSpPr/>
                  <p:nvPr/>
                </p:nvSpPr>
                <p:spPr>
                  <a:xfrm>
                    <a:off x="431" y="349"/>
                    <a:ext cx="3202" cy="895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</a:extLst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p>
                    <a:pPr algn="ctr"/>
                    <a:r>
                      <a:rPr lang="zh-CN" altLang="en-US" sz="4550" b="1">
                        <a:solidFill>
                          <a:schemeClr val="tx1"/>
                        </a:solidFill>
                      </a:rPr>
                      <a:t>待定</a:t>
                    </a:r>
                    <a:endParaRPr lang="en-US" altLang="zh-CN" sz="4550" b="1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57" name="矩形 256"/>
                  <p:cNvSpPr/>
                  <p:nvPr/>
                </p:nvSpPr>
                <p:spPr>
                  <a:xfrm>
                    <a:off x="3633" y="349"/>
                    <a:ext cx="717" cy="895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</a:extLst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p>
                    <a:pPr algn="ctr"/>
                    <a:r>
                      <a:rPr lang="en-US" sz="4550" b="1">
                        <a:solidFill>
                          <a:srgbClr val="0070C0"/>
                        </a:solidFill>
                      </a:rPr>
                      <a:t>/</a:t>
                    </a:r>
                    <a:endParaRPr lang="en-US" sz="4550" b="1">
                      <a:solidFill>
                        <a:srgbClr val="0070C0"/>
                      </a:solidFill>
                    </a:endParaRPr>
                  </a:p>
                </p:txBody>
              </p:sp>
              <p:sp>
                <p:nvSpPr>
                  <p:cNvPr id="258" name="矩形 257"/>
                  <p:cNvSpPr/>
                  <p:nvPr/>
                </p:nvSpPr>
                <p:spPr>
                  <a:xfrm>
                    <a:off x="431" y="1244"/>
                    <a:ext cx="3202" cy="895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</a:extLst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p>
                    <a:pPr algn="ctr"/>
                    <a:r>
                      <a:rPr lang="zh-CN" altLang="en-US" sz="4550" b="1">
                        <a:solidFill>
                          <a:schemeClr val="tx1"/>
                        </a:solidFill>
                      </a:rPr>
                      <a:t>待定</a:t>
                    </a:r>
                    <a:r>
                      <a:rPr lang="en-US" altLang="zh-CN" sz="4550" b="1">
                        <a:solidFill>
                          <a:schemeClr val="tx1"/>
                        </a:solidFill>
                      </a:rPr>
                      <a:t>(</a:t>
                    </a:r>
                    <a:r>
                      <a:rPr lang="zh-CN" altLang="en-US" sz="4550" b="1">
                        <a:solidFill>
                          <a:schemeClr val="tx1"/>
                        </a:solidFill>
                      </a:rPr>
                      <a:t>殿军</a:t>
                    </a:r>
                    <a:r>
                      <a:rPr lang="en-US" altLang="zh-CN" sz="4550" b="1">
                        <a:solidFill>
                          <a:schemeClr val="tx1"/>
                        </a:solidFill>
                      </a:rPr>
                      <a:t>)</a:t>
                    </a:r>
                    <a:endParaRPr lang="zh-CN" altLang="en-US" sz="4550" b="1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59" name="矩形 258"/>
                  <p:cNvSpPr/>
                  <p:nvPr/>
                </p:nvSpPr>
                <p:spPr>
                  <a:xfrm>
                    <a:off x="3633" y="1244"/>
                    <a:ext cx="717" cy="895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</a:extLst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p>
                    <a:pPr algn="ctr"/>
                    <a:r>
                      <a:rPr lang="en-US" sz="4550" b="1">
                        <a:solidFill>
                          <a:srgbClr val="0070C0"/>
                        </a:solidFill>
                      </a:rPr>
                      <a:t>/</a:t>
                    </a:r>
                    <a:endParaRPr lang="en-US" sz="4550" b="1">
                      <a:solidFill>
                        <a:schemeClr val="tx1"/>
                      </a:solidFill>
                    </a:endParaRPr>
                  </a:p>
                </p:txBody>
              </p:sp>
            </p:grpSp>
          </p:grpSp>
          <p:grpSp>
            <p:nvGrpSpPr>
              <p:cNvPr id="260" name="组合 259"/>
              <p:cNvGrpSpPr/>
              <p:nvPr/>
            </p:nvGrpSpPr>
            <p:grpSpPr>
              <a:xfrm rot="0">
                <a:off x="63828" y="60098"/>
                <a:ext cx="13125" cy="5572"/>
                <a:chOff x="53765" y="17173"/>
                <a:chExt cx="9664" cy="5572"/>
              </a:xfrm>
            </p:grpSpPr>
            <p:sp>
              <p:nvSpPr>
                <p:cNvPr id="261" name="文本框 260"/>
                <p:cNvSpPr txBox="1"/>
                <p:nvPr/>
              </p:nvSpPr>
              <p:spPr>
                <a:xfrm>
                  <a:off x="53765" y="17173"/>
                  <a:ext cx="9665" cy="1584"/>
                </a:xfrm>
                <a:prstGeom prst="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</p:spPr>
              <p:txBody>
                <a:bodyPr wrap="square" rtlCol="0" anchor="ctr" anchorCtr="0">
                  <a:noAutofit/>
                </a:bodyPr>
                <a:p>
                  <a:pPr algn="ctr"/>
                  <a:r>
                    <a:rPr lang="zh-CN" altLang="en-US" sz="4550" b="1">
                      <a:solidFill>
                        <a:schemeClr val="accent1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微软雅黑" panose="020B0503020204020204" charset="-122"/>
                    </a:rPr>
                    <a:t>第</a:t>
                  </a:r>
                  <a:r>
                    <a:rPr lang="zh-CN" altLang="en-US" sz="4550" b="1">
                      <a:solidFill>
                        <a:schemeClr val="accent1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微软雅黑" panose="020B0503020204020204" charset="-122"/>
                    </a:rPr>
                    <a:t>二轮</a:t>
                  </a:r>
                  <a:r>
                    <a:rPr lang="en-US" altLang="zh-CN" sz="4550" b="1">
                      <a:solidFill>
                        <a:schemeClr val="accent1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微软雅黑" panose="020B0503020204020204" charset="-122"/>
                    </a:rPr>
                    <a:t>(1-1</a:t>
                  </a:r>
                  <a:r>
                    <a:rPr lang="zh-CN" altLang="en-US" sz="4550" b="1">
                      <a:solidFill>
                        <a:schemeClr val="accent1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微软雅黑" panose="020B0503020204020204" charset="-122"/>
                    </a:rPr>
                    <a:t>分组</a:t>
                  </a:r>
                  <a:r>
                    <a:rPr lang="en-US" altLang="zh-CN" sz="4550" b="1">
                      <a:solidFill>
                        <a:schemeClr val="accent1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微软雅黑" panose="020B0503020204020204" charset="-122"/>
                    </a:rPr>
                    <a:t>)</a:t>
                  </a:r>
                  <a:endParaRPr lang="en-US" altLang="zh-CN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endParaRPr>
                </a:p>
              </p:txBody>
            </p:sp>
            <p:sp>
              <p:nvSpPr>
                <p:cNvPr id="262" name="矩形 261"/>
                <p:cNvSpPr/>
                <p:nvPr/>
              </p:nvSpPr>
              <p:spPr>
                <a:xfrm>
                  <a:off x="53765" y="18757"/>
                  <a:ext cx="9665" cy="3988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</a:schemeClr>
                </a:solidFill>
                <a:ln>
                  <a:solidFill>
                    <a:schemeClr val="tx1"/>
                  </a:solidFill>
                  <a:prstDash val="dash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 sz="2560"/>
                </a:p>
              </p:txBody>
            </p:sp>
            <p:grpSp>
              <p:nvGrpSpPr>
                <p:cNvPr id="263" name="组合 262"/>
                <p:cNvGrpSpPr/>
                <p:nvPr/>
              </p:nvGrpSpPr>
              <p:grpSpPr>
                <a:xfrm rot="0">
                  <a:off x="54888" y="19247"/>
                  <a:ext cx="7420" cy="2997"/>
                  <a:chOff x="431" y="349"/>
                  <a:chExt cx="3918" cy="1789"/>
                </a:xfrm>
              </p:grpSpPr>
              <p:sp>
                <p:nvSpPr>
                  <p:cNvPr id="264" name="矩形 263"/>
                  <p:cNvSpPr/>
                  <p:nvPr/>
                </p:nvSpPr>
                <p:spPr>
                  <a:xfrm>
                    <a:off x="431" y="349"/>
                    <a:ext cx="3202" cy="895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</a:extLst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p>
                    <a:pPr algn="ctr"/>
                    <a:r>
                      <a:rPr lang="zh-CN" altLang="en-US" sz="4550" b="1">
                        <a:solidFill>
                          <a:schemeClr val="tx1"/>
                        </a:solidFill>
                      </a:rPr>
                      <a:t>待定</a:t>
                    </a:r>
                    <a:endParaRPr lang="zh-CN" altLang="en-US" sz="4550" b="1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65" name="矩形 264"/>
                  <p:cNvSpPr/>
                  <p:nvPr/>
                </p:nvSpPr>
                <p:spPr>
                  <a:xfrm>
                    <a:off x="3633" y="349"/>
                    <a:ext cx="717" cy="895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</a:extLst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p>
                    <a:pPr algn="ctr"/>
                    <a:r>
                      <a:rPr lang="en-US" sz="4550" b="1">
                        <a:solidFill>
                          <a:srgbClr val="0070C0"/>
                        </a:solidFill>
                      </a:rPr>
                      <a:t>/</a:t>
                    </a:r>
                    <a:endParaRPr lang="en-US" sz="4550" b="1">
                      <a:solidFill>
                        <a:srgbClr val="0070C0"/>
                      </a:solidFill>
                    </a:endParaRPr>
                  </a:p>
                </p:txBody>
              </p:sp>
              <p:sp>
                <p:nvSpPr>
                  <p:cNvPr id="266" name="矩形 265"/>
                  <p:cNvSpPr/>
                  <p:nvPr/>
                </p:nvSpPr>
                <p:spPr>
                  <a:xfrm>
                    <a:off x="431" y="1244"/>
                    <a:ext cx="3202" cy="895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</a:extLst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p>
                    <a:pPr algn="ctr"/>
                    <a:r>
                      <a:rPr lang="zh-CN" altLang="en-US" sz="4550" b="1">
                        <a:solidFill>
                          <a:schemeClr val="tx1"/>
                        </a:solidFill>
                        <a:sym typeface="+mn-ea"/>
                      </a:rPr>
                      <a:t>待定</a:t>
                    </a:r>
                    <a:r>
                      <a:rPr lang="en-US" altLang="zh-CN" sz="4550" b="1">
                        <a:solidFill>
                          <a:schemeClr val="tx1"/>
                        </a:solidFill>
                      </a:rPr>
                      <a:t>(</a:t>
                    </a:r>
                    <a:r>
                      <a:rPr lang="zh-CN" altLang="en-US" sz="4550" b="1">
                        <a:solidFill>
                          <a:schemeClr val="tx1"/>
                        </a:solidFill>
                      </a:rPr>
                      <a:t>季军</a:t>
                    </a:r>
                    <a:r>
                      <a:rPr lang="en-US" altLang="zh-CN" sz="4550" b="1">
                        <a:solidFill>
                          <a:schemeClr val="tx1"/>
                        </a:solidFill>
                      </a:rPr>
                      <a:t>)</a:t>
                    </a:r>
                    <a:r>
                      <a:rPr lang="zh-CN" altLang="en-US" sz="4550" b="1">
                        <a:solidFill>
                          <a:schemeClr val="accent1"/>
                        </a:solidFill>
                      </a:rPr>
                      <a:t>🥉</a:t>
                    </a:r>
                    <a:endParaRPr lang="zh-CN" altLang="en-US" sz="4550" b="1">
                      <a:solidFill>
                        <a:schemeClr val="accent1"/>
                      </a:solidFill>
                    </a:endParaRPr>
                  </a:p>
                </p:txBody>
              </p:sp>
              <p:sp>
                <p:nvSpPr>
                  <p:cNvPr id="267" name="矩形 266"/>
                  <p:cNvSpPr/>
                  <p:nvPr/>
                </p:nvSpPr>
                <p:spPr>
                  <a:xfrm>
                    <a:off x="3633" y="1244"/>
                    <a:ext cx="717" cy="895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</a:extLst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p>
                    <a:pPr algn="ctr"/>
                    <a:r>
                      <a:rPr lang="en-US" sz="4550" b="1">
                        <a:solidFill>
                          <a:srgbClr val="0070C0"/>
                        </a:solidFill>
                      </a:rPr>
                      <a:t>/</a:t>
                    </a:r>
                    <a:endParaRPr lang="en-US" sz="4550" b="1">
                      <a:solidFill>
                        <a:schemeClr val="tx1"/>
                      </a:solidFill>
                    </a:endParaRPr>
                  </a:p>
                </p:txBody>
              </p:sp>
            </p:grpSp>
          </p:grpSp>
          <p:grpSp>
            <p:nvGrpSpPr>
              <p:cNvPr id="268" name="组合 267"/>
              <p:cNvGrpSpPr/>
              <p:nvPr/>
            </p:nvGrpSpPr>
            <p:grpSpPr>
              <a:xfrm rot="0">
                <a:off x="63829" y="53952"/>
                <a:ext cx="13122" cy="5572"/>
                <a:chOff x="53765" y="17173"/>
                <a:chExt cx="9664" cy="5572"/>
              </a:xfrm>
            </p:grpSpPr>
            <p:sp>
              <p:nvSpPr>
                <p:cNvPr id="269" name="文本框 268"/>
                <p:cNvSpPr txBox="1"/>
                <p:nvPr/>
              </p:nvSpPr>
              <p:spPr>
                <a:xfrm>
                  <a:off x="53765" y="17173"/>
                  <a:ext cx="9665" cy="1584"/>
                </a:xfrm>
                <a:prstGeom prst="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</p:spPr>
              <p:txBody>
                <a:bodyPr wrap="square" rtlCol="0" anchor="ctr" anchorCtr="0">
                  <a:noAutofit/>
                </a:bodyPr>
                <a:p>
                  <a:pPr algn="ctr"/>
                  <a:r>
                    <a:rPr lang="zh-CN" altLang="en-US" sz="4550" b="1">
                      <a:solidFill>
                        <a:schemeClr val="accent1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微软雅黑" panose="020B0503020204020204" charset="-122"/>
                    </a:rPr>
                    <a:t>总决赛</a:t>
                  </a:r>
                  <a:endParaRPr lang="zh-CN" altLang="en-US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endParaRPr>
                </a:p>
              </p:txBody>
            </p:sp>
            <p:sp>
              <p:nvSpPr>
                <p:cNvPr id="270" name="矩形 269"/>
                <p:cNvSpPr/>
                <p:nvPr/>
              </p:nvSpPr>
              <p:spPr>
                <a:xfrm>
                  <a:off x="53765" y="18757"/>
                  <a:ext cx="9665" cy="3988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</a:schemeClr>
                </a:solidFill>
                <a:ln>
                  <a:solidFill>
                    <a:schemeClr val="tx1"/>
                  </a:solidFill>
                  <a:prstDash val="dash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 sz="2560"/>
                </a:p>
              </p:txBody>
            </p:sp>
            <p:grpSp>
              <p:nvGrpSpPr>
                <p:cNvPr id="271" name="组合 270"/>
                <p:cNvGrpSpPr/>
                <p:nvPr/>
              </p:nvGrpSpPr>
              <p:grpSpPr>
                <a:xfrm rot="0">
                  <a:off x="54888" y="19247"/>
                  <a:ext cx="7420" cy="2997"/>
                  <a:chOff x="431" y="349"/>
                  <a:chExt cx="3918" cy="1789"/>
                </a:xfrm>
              </p:grpSpPr>
              <p:sp>
                <p:nvSpPr>
                  <p:cNvPr id="272" name="矩形 271"/>
                  <p:cNvSpPr/>
                  <p:nvPr/>
                </p:nvSpPr>
                <p:spPr>
                  <a:xfrm>
                    <a:off x="431" y="349"/>
                    <a:ext cx="3202" cy="895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</a:extLst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p>
                    <a:pPr algn="ctr"/>
                    <a:r>
                      <a:rPr lang="zh-CN" altLang="en-US" sz="4550" b="1">
                        <a:solidFill>
                          <a:schemeClr val="tx1"/>
                        </a:solidFill>
                        <a:sym typeface="+mn-ea"/>
                      </a:rPr>
                      <a:t>待定</a:t>
                    </a:r>
                    <a:r>
                      <a:rPr lang="en-US" altLang="zh-CN" sz="4550" b="1">
                        <a:solidFill>
                          <a:schemeClr val="tx1"/>
                        </a:solidFill>
                      </a:rPr>
                      <a:t>(</a:t>
                    </a:r>
                    <a:r>
                      <a:rPr lang="zh-CN" altLang="en-US" sz="4550" b="1">
                        <a:solidFill>
                          <a:schemeClr val="tx1"/>
                        </a:solidFill>
                      </a:rPr>
                      <a:t>冠军</a:t>
                    </a:r>
                    <a:r>
                      <a:rPr lang="en-US" altLang="zh-CN" sz="4550" b="1">
                        <a:solidFill>
                          <a:schemeClr val="tx1"/>
                        </a:solidFill>
                      </a:rPr>
                      <a:t>)</a:t>
                    </a:r>
                    <a:r>
                      <a:rPr lang="zh-CN" altLang="en-US" sz="4550" b="1">
                        <a:solidFill>
                          <a:schemeClr val="tx1"/>
                        </a:solidFill>
                      </a:rPr>
                      <a:t>🏆</a:t>
                    </a:r>
                    <a:endParaRPr lang="zh-CN" altLang="en-US" sz="4550" b="1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73" name="矩形 272"/>
                  <p:cNvSpPr/>
                  <p:nvPr/>
                </p:nvSpPr>
                <p:spPr>
                  <a:xfrm>
                    <a:off x="3633" y="349"/>
                    <a:ext cx="717" cy="895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</a:extLst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p>
                    <a:pPr algn="ctr"/>
                    <a:r>
                      <a:rPr lang="en-US" sz="4550" b="1">
                        <a:solidFill>
                          <a:srgbClr val="0070C0"/>
                        </a:solidFill>
                      </a:rPr>
                      <a:t>/</a:t>
                    </a:r>
                    <a:endParaRPr lang="en-US" sz="4550" b="1">
                      <a:solidFill>
                        <a:srgbClr val="0070C0"/>
                      </a:solidFill>
                    </a:endParaRPr>
                  </a:p>
                </p:txBody>
              </p:sp>
              <p:sp>
                <p:nvSpPr>
                  <p:cNvPr id="274" name="矩形 273"/>
                  <p:cNvSpPr/>
                  <p:nvPr/>
                </p:nvSpPr>
                <p:spPr>
                  <a:xfrm>
                    <a:off x="431" y="1244"/>
                    <a:ext cx="3202" cy="895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</a:extLst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p>
                    <a:pPr algn="ctr"/>
                    <a:r>
                      <a:rPr lang="zh-CN" altLang="en-US" sz="4550" b="1">
                        <a:solidFill>
                          <a:schemeClr val="tx1"/>
                        </a:solidFill>
                        <a:sym typeface="+mn-ea"/>
                      </a:rPr>
                      <a:t>待定</a:t>
                    </a:r>
                    <a:r>
                      <a:rPr lang="en-US" altLang="zh-CN" sz="4550" b="1">
                        <a:solidFill>
                          <a:schemeClr val="tx1"/>
                        </a:solidFill>
                      </a:rPr>
                      <a:t>(</a:t>
                    </a:r>
                    <a:r>
                      <a:rPr lang="zh-CN" altLang="en-US" sz="4550" b="1">
                        <a:solidFill>
                          <a:schemeClr val="tx1"/>
                        </a:solidFill>
                      </a:rPr>
                      <a:t>亚军</a:t>
                    </a:r>
                    <a:r>
                      <a:rPr lang="en-US" altLang="zh-CN" sz="4550" b="1">
                        <a:solidFill>
                          <a:schemeClr val="tx1"/>
                        </a:solidFill>
                      </a:rPr>
                      <a:t>)</a:t>
                    </a:r>
                    <a:r>
                      <a:rPr lang="zh-CN" altLang="en-US" sz="4550" b="1">
                        <a:solidFill>
                          <a:schemeClr val="accent1"/>
                        </a:solidFill>
                      </a:rPr>
                      <a:t>🥈</a:t>
                    </a:r>
                    <a:endParaRPr lang="zh-CN" altLang="en-US" sz="4550" b="1">
                      <a:solidFill>
                        <a:schemeClr val="accent1"/>
                      </a:solidFill>
                    </a:endParaRPr>
                  </a:p>
                </p:txBody>
              </p:sp>
              <p:sp>
                <p:nvSpPr>
                  <p:cNvPr id="275" name="矩形 274"/>
                  <p:cNvSpPr/>
                  <p:nvPr/>
                </p:nvSpPr>
                <p:spPr>
                  <a:xfrm>
                    <a:off x="3633" y="1244"/>
                    <a:ext cx="717" cy="895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</a:extLst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p>
                    <a:pPr algn="ctr"/>
                    <a:r>
                      <a:rPr lang="en-US" sz="4550" b="1">
                        <a:solidFill>
                          <a:srgbClr val="0070C0"/>
                        </a:solidFill>
                      </a:rPr>
                      <a:t>/</a:t>
                    </a:r>
                    <a:endParaRPr lang="en-US" sz="4550" b="1">
                      <a:solidFill>
                        <a:schemeClr val="tx1"/>
                      </a:solidFill>
                    </a:endParaRPr>
                  </a:p>
                </p:txBody>
              </p:sp>
            </p:grpSp>
          </p:grpSp>
        </p:grpSp>
      </p:grpSp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425</Words>
  <Application>WPS 演示</Application>
  <PresentationFormat>宽屏</PresentationFormat>
  <Paragraphs>272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8" baseType="lpstr">
      <vt:lpstr>Arial</vt:lpstr>
      <vt:lpstr>宋体</vt:lpstr>
      <vt:lpstr>Wingdings</vt:lpstr>
      <vt:lpstr>微软雅黑</vt:lpstr>
      <vt:lpstr>Calibri</vt:lpstr>
      <vt:lpstr>Arial Unicode MS</vt:lpstr>
      <vt:lpstr>WPS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Chadiy</cp:lastModifiedBy>
  <cp:revision>40</cp:revision>
  <dcterms:created xsi:type="dcterms:W3CDTF">2023-08-09T12:44:00Z</dcterms:created>
  <dcterms:modified xsi:type="dcterms:W3CDTF">2026-03-28T05:02:19Z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2052-12.1.0.25835</vt:lpwstr>
  </property>
  <property fmtid="{D5CDD505-2E9C-101B-9397-08002B2CF9AE}" pid="3" name="ICV">
    <vt:lpwstr>EC36D588B10B4BAFB362F4820491652F_12</vt:lpwstr>
  </property>
</Properties>
</file>