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5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D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5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974090" y="120015"/>
            <a:ext cx="84391500" cy="27527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50442495" y="4279900"/>
            <a:ext cx="33509585" cy="2285619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49" name="文本框 48"/>
          <p:cNvSpPr txBox="1"/>
          <p:nvPr/>
        </p:nvSpPr>
        <p:spPr>
          <a:xfrm>
            <a:off x="50442495" y="2662555"/>
            <a:ext cx="33509585" cy="16173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0443130" y="295275"/>
            <a:ext cx="3350958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HVV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S12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--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神将杯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1007745" y="295275"/>
            <a:ext cx="4856035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HVV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S12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--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常规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队伍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 rot="0">
            <a:off x="1696085" y="4763135"/>
            <a:ext cx="4711700" cy="1903095"/>
            <a:chOff x="431" y="349"/>
            <a:chExt cx="3918" cy="1789"/>
          </a:xfrm>
        </p:grpSpPr>
        <p:sp>
          <p:nvSpPr>
            <p:cNvPr id="4" name="矩形 3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潇甜甜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全妹班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 rot="0">
            <a:off x="1696085" y="7416800"/>
            <a:ext cx="4711700" cy="1903095"/>
            <a:chOff x="431" y="349"/>
            <a:chExt cx="3918" cy="1789"/>
          </a:xfrm>
        </p:grpSpPr>
        <p:sp>
          <p:nvSpPr>
            <p:cNvPr id="10" name="矩形 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就折水平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の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四区兄弟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0">
            <a:off x="1696085" y="10070465"/>
            <a:ext cx="4711700" cy="1903095"/>
            <a:chOff x="431" y="349"/>
            <a:chExt cx="3918" cy="1789"/>
          </a:xfrm>
        </p:grpSpPr>
        <p:sp>
          <p:nvSpPr>
            <p:cNvPr id="15" name="矩形 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咕咕嘎嘎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(D1)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IKUN(A4)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1696085" y="12724130"/>
            <a:ext cx="4711700" cy="1903095"/>
            <a:chOff x="431" y="349"/>
            <a:chExt cx="3918" cy="1789"/>
          </a:xfrm>
        </p:grpSpPr>
        <p:sp>
          <p:nvSpPr>
            <p:cNvPr id="20" name="矩形 1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  <a:sym typeface="+mn-ea"/>
                </a:rPr>
                <a:t>3</a:t>
              </a:r>
              <a:endParaRPr lang="en-US" sz="6000" b="1">
                <a:solidFill>
                  <a:srgbClr val="0070C0"/>
                </a:solidFill>
                <a:sym typeface="+mn-ea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外卖到了先别开团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107" name="矩形 106"/>
          <p:cNvSpPr/>
          <p:nvPr/>
        </p:nvSpPr>
        <p:spPr>
          <a:xfrm>
            <a:off x="1134745" y="4220210"/>
            <a:ext cx="25913080" cy="108324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109" name="组合 108"/>
          <p:cNvGrpSpPr/>
          <p:nvPr/>
        </p:nvGrpSpPr>
        <p:grpSpPr>
          <a:xfrm rot="0">
            <a:off x="10015220" y="6068060"/>
            <a:ext cx="4711700" cy="1903095"/>
            <a:chOff x="431" y="349"/>
            <a:chExt cx="3918" cy="1789"/>
          </a:xfrm>
        </p:grpSpPr>
        <p:sp>
          <p:nvSpPr>
            <p:cNvPr id="110" name="矩形 10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潇甜甜(A1)</a:t>
              </a:r>
              <a:endParaRPr lang="zh-CN" altLang="en-US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112" name="矩形 1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lvl="0" algn="ctr">
                <a:buClrTx/>
                <a:buSzTx/>
                <a:buFontTx/>
              </a:pPr>
              <a:r>
                <a:rPr lang="zh-CN" altLang="en-US" sz="3200" b="1">
                  <a:solidFill>
                    <a:schemeClr val="tx1"/>
                  </a:solidFill>
                  <a:sym typeface="+mn-ea"/>
                </a:rPr>
                <a:t>ikunの四区兄弟(C3)</a:t>
              </a:r>
              <a:endParaRPr lang="zh-CN" altLang="en-US" sz="32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3" name="矩形 1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 rot="0">
            <a:off x="10013315" y="11296015"/>
            <a:ext cx="4711700" cy="1903095"/>
            <a:chOff x="431" y="349"/>
            <a:chExt cx="3918" cy="1789"/>
          </a:xfrm>
        </p:grpSpPr>
        <p:sp>
          <p:nvSpPr>
            <p:cNvPr id="115" name="矩形 1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(A4)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6" name="矩形 1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146" name="矩形 14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47" name="矩形 14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155" name="肘形连接符 154"/>
          <p:cNvCxnSpPr>
            <a:stCxn id="21" idx="3"/>
            <a:endCxn id="146" idx="1"/>
          </p:cNvCxnSpPr>
          <p:nvPr/>
        </p:nvCxnSpPr>
        <p:spPr>
          <a:xfrm flipV="1">
            <a:off x="6409055" y="12724130"/>
            <a:ext cx="3604260" cy="4762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肘形连接符 156"/>
          <p:cNvCxnSpPr>
            <a:stCxn id="16" idx="3"/>
            <a:endCxn id="115" idx="1"/>
          </p:cNvCxnSpPr>
          <p:nvPr/>
        </p:nvCxnSpPr>
        <p:spPr>
          <a:xfrm>
            <a:off x="6409055" y="10546715"/>
            <a:ext cx="3604260" cy="12255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5" idx="3"/>
            <a:endCxn id="110" idx="1"/>
          </p:cNvCxnSpPr>
          <p:nvPr/>
        </p:nvCxnSpPr>
        <p:spPr>
          <a:xfrm>
            <a:off x="6409055" y="5239385"/>
            <a:ext cx="3606165" cy="130492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肘形连接符 158"/>
          <p:cNvCxnSpPr>
            <a:stCxn id="11" idx="3"/>
            <a:endCxn id="112" idx="1"/>
          </p:cNvCxnSpPr>
          <p:nvPr/>
        </p:nvCxnSpPr>
        <p:spPr>
          <a:xfrm flipV="1">
            <a:off x="6409055" y="7496175"/>
            <a:ext cx="3606165" cy="39687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肘形连接符 180"/>
          <p:cNvCxnSpPr>
            <a:stCxn id="111" idx="3"/>
            <a:endCxn id="187" idx="1"/>
          </p:cNvCxnSpPr>
          <p:nvPr/>
        </p:nvCxnSpPr>
        <p:spPr>
          <a:xfrm>
            <a:off x="14728190" y="6544310"/>
            <a:ext cx="5262245" cy="2516505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肘形连接符 181"/>
          <p:cNvCxnSpPr>
            <a:stCxn id="116" idx="3"/>
            <a:endCxn id="188" idx="1"/>
          </p:cNvCxnSpPr>
          <p:nvPr/>
        </p:nvCxnSpPr>
        <p:spPr>
          <a:xfrm flipV="1">
            <a:off x="14726285" y="10144125"/>
            <a:ext cx="5264150" cy="1628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5" name="文本框 184"/>
          <p:cNvSpPr txBox="1"/>
          <p:nvPr/>
        </p:nvSpPr>
        <p:spPr>
          <a:xfrm>
            <a:off x="19132550" y="7020560"/>
            <a:ext cx="6753860" cy="11442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19132550" y="8164830"/>
            <a:ext cx="6753860" cy="3068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187" name="矩形 186"/>
          <p:cNvSpPr/>
          <p:nvPr/>
        </p:nvSpPr>
        <p:spPr>
          <a:xfrm>
            <a:off x="19990435" y="851916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9990435" y="960247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grpSp>
        <p:nvGrpSpPr>
          <p:cNvPr id="200" name="组合 199"/>
          <p:cNvGrpSpPr/>
          <p:nvPr/>
        </p:nvGrpSpPr>
        <p:grpSpPr>
          <a:xfrm rot="0">
            <a:off x="1696085" y="16019780"/>
            <a:ext cx="4711700" cy="2056130"/>
            <a:chOff x="431" y="349"/>
            <a:chExt cx="3918" cy="1789"/>
          </a:xfrm>
        </p:grpSpPr>
        <p:sp>
          <p:nvSpPr>
            <p:cNvPr id="201" name="矩形 20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chemeClr val="tx1"/>
                  </a:solidFill>
                </a:rPr>
                <a:t>飞行淇</a:t>
              </a:r>
              <a:r>
                <a:rPr lang="en-US" altLang="zh-CN" sz="2800" b="1">
                  <a:solidFill>
                    <a:schemeClr val="tx1"/>
                  </a:solidFill>
                </a:rPr>
                <a:t>(C1)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2" name="矩形 20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03" name="矩形 20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2800" b="1">
                  <a:solidFill>
                    <a:schemeClr val="tx1"/>
                  </a:solidFill>
                </a:rPr>
                <a:t>WBD(B4)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4" name="矩形 20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05" name="组合 204"/>
          <p:cNvGrpSpPr/>
          <p:nvPr/>
        </p:nvGrpSpPr>
        <p:grpSpPr>
          <a:xfrm rot="0">
            <a:off x="1696085" y="18886805"/>
            <a:ext cx="4711700" cy="2056130"/>
            <a:chOff x="431" y="349"/>
            <a:chExt cx="3918" cy="1789"/>
          </a:xfrm>
        </p:grpSpPr>
        <p:sp>
          <p:nvSpPr>
            <p:cNvPr id="206" name="矩形 20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7" name="矩形 20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2800" b="1">
                  <a:solidFill>
                    <a:srgbClr val="0070C0"/>
                  </a:solidFill>
                </a:rPr>
                <a:t>/</a:t>
              </a:r>
              <a:endParaRPr lang="en-US" sz="2800" b="1">
                <a:solidFill>
                  <a:srgbClr val="0070C0"/>
                </a:solidFill>
              </a:endParaRPr>
            </a:p>
          </p:txBody>
        </p:sp>
        <p:sp>
          <p:nvSpPr>
            <p:cNvPr id="208" name="矩形 20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卡了电竞魔王护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9" name="矩形 20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rgbClr val="0070C0"/>
                  </a:solidFill>
                </a:rPr>
                <a:t>弃赛</a:t>
              </a:r>
              <a:endParaRPr lang="zh-CN" altLang="en-US" sz="28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0" name="组合 209"/>
          <p:cNvGrpSpPr/>
          <p:nvPr/>
        </p:nvGrpSpPr>
        <p:grpSpPr>
          <a:xfrm rot="0">
            <a:off x="1696085" y="21753830"/>
            <a:ext cx="4711700" cy="2056130"/>
            <a:chOff x="431" y="349"/>
            <a:chExt cx="3918" cy="1789"/>
          </a:xfrm>
        </p:grpSpPr>
        <p:sp>
          <p:nvSpPr>
            <p:cNvPr id="211" name="矩形 21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(B1)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2" name="矩形 21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3" name="矩形 21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皮划艇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(C4)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4" name="矩形 21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5" name="组合 214"/>
          <p:cNvGrpSpPr/>
          <p:nvPr/>
        </p:nvGrpSpPr>
        <p:grpSpPr>
          <a:xfrm rot="0">
            <a:off x="1696085" y="24620855"/>
            <a:ext cx="4711700" cy="2056130"/>
            <a:chOff x="431" y="349"/>
            <a:chExt cx="3918" cy="1789"/>
          </a:xfrm>
        </p:grpSpPr>
        <p:sp>
          <p:nvSpPr>
            <p:cNvPr id="216" name="矩形 21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陀螺队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7" name="矩形 21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8" name="矩形 21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9" name="矩形 21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220" name="矩形 219"/>
          <p:cNvSpPr/>
          <p:nvPr/>
        </p:nvSpPr>
        <p:spPr>
          <a:xfrm>
            <a:off x="1134745" y="15433040"/>
            <a:ext cx="25913080" cy="1170305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21" name="组合 220"/>
          <p:cNvGrpSpPr/>
          <p:nvPr/>
        </p:nvGrpSpPr>
        <p:grpSpPr>
          <a:xfrm rot="0">
            <a:off x="10015220" y="17429480"/>
            <a:ext cx="4711700" cy="2056130"/>
            <a:chOff x="431" y="349"/>
            <a:chExt cx="3918" cy="1789"/>
          </a:xfrm>
        </p:grpSpPr>
        <p:sp>
          <p:nvSpPr>
            <p:cNvPr id="222" name="矩形 221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飞行淇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(C1)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23" name="矩形 222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24" name="矩形 223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5" name="矩形 224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26" name="组合 225"/>
          <p:cNvGrpSpPr/>
          <p:nvPr/>
        </p:nvGrpSpPr>
        <p:grpSpPr>
          <a:xfrm rot="0">
            <a:off x="10013315" y="23077170"/>
            <a:ext cx="4711700" cy="2056130"/>
            <a:chOff x="431" y="349"/>
            <a:chExt cx="3918" cy="1789"/>
          </a:xfrm>
        </p:grpSpPr>
        <p:sp>
          <p:nvSpPr>
            <p:cNvPr id="227" name="矩形 226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(B1)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8" name="矩形 227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29" name="矩形 228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0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en-US" altLang="zh-CN" sz="40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en-US" altLang="zh-CN" sz="40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231" name="肘形连接符 230"/>
          <p:cNvCxnSpPr>
            <a:stCxn id="217" idx="3"/>
            <a:endCxn id="229" idx="1"/>
          </p:cNvCxnSpPr>
          <p:nvPr/>
        </p:nvCxnSpPr>
        <p:spPr>
          <a:xfrm flipV="1">
            <a:off x="6409055" y="24620855"/>
            <a:ext cx="3604260" cy="5143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肘形连接符 231"/>
          <p:cNvCxnSpPr>
            <a:stCxn id="212" idx="3"/>
            <a:endCxn id="227" idx="1"/>
          </p:cNvCxnSpPr>
          <p:nvPr/>
        </p:nvCxnSpPr>
        <p:spPr>
          <a:xfrm>
            <a:off x="6409055" y="22268180"/>
            <a:ext cx="3604260" cy="1323975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肘形连接符 232"/>
          <p:cNvCxnSpPr>
            <a:stCxn id="202" idx="3"/>
            <a:endCxn id="222" idx="1"/>
          </p:cNvCxnSpPr>
          <p:nvPr/>
        </p:nvCxnSpPr>
        <p:spPr>
          <a:xfrm>
            <a:off x="6409055" y="16534130"/>
            <a:ext cx="3606165" cy="140970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肘形连接符 233"/>
          <p:cNvCxnSpPr>
            <a:stCxn id="207" idx="3"/>
            <a:endCxn id="224" idx="1"/>
          </p:cNvCxnSpPr>
          <p:nvPr/>
        </p:nvCxnSpPr>
        <p:spPr>
          <a:xfrm flipV="1">
            <a:off x="6409055" y="18972530"/>
            <a:ext cx="3606165" cy="42926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肘形连接符 234"/>
          <p:cNvCxnSpPr>
            <a:stCxn id="223" idx="3"/>
            <a:endCxn id="239" idx="1"/>
          </p:cNvCxnSpPr>
          <p:nvPr/>
        </p:nvCxnSpPr>
        <p:spPr>
          <a:xfrm>
            <a:off x="14728190" y="17943830"/>
            <a:ext cx="5262245" cy="2719070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肘形连接符 235"/>
          <p:cNvCxnSpPr>
            <a:stCxn id="228" idx="3"/>
            <a:endCxn id="240" idx="1"/>
          </p:cNvCxnSpPr>
          <p:nvPr/>
        </p:nvCxnSpPr>
        <p:spPr>
          <a:xfrm flipV="1">
            <a:off x="14726285" y="21833205"/>
            <a:ext cx="5264150" cy="175831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7" name="文本框 236"/>
          <p:cNvSpPr txBox="1"/>
          <p:nvPr/>
        </p:nvSpPr>
        <p:spPr>
          <a:xfrm>
            <a:off x="19132550" y="18458180"/>
            <a:ext cx="6753860" cy="12363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8" name="矩形 237"/>
          <p:cNvSpPr/>
          <p:nvPr/>
        </p:nvSpPr>
        <p:spPr>
          <a:xfrm>
            <a:off x="19132550" y="19694525"/>
            <a:ext cx="6753860" cy="33147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39" name="矩形 238"/>
          <p:cNvSpPr/>
          <p:nvPr/>
        </p:nvSpPr>
        <p:spPr>
          <a:xfrm>
            <a:off x="19990435" y="20077430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0" name="矩形 239"/>
          <p:cNvSpPr/>
          <p:nvPr/>
        </p:nvSpPr>
        <p:spPr>
          <a:xfrm>
            <a:off x="19990435" y="21247735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1" name="文本框 240"/>
          <p:cNvSpPr txBox="1"/>
          <p:nvPr/>
        </p:nvSpPr>
        <p:spPr>
          <a:xfrm>
            <a:off x="1134745" y="2645410"/>
            <a:ext cx="2591371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文本框 241"/>
          <p:cNvSpPr txBox="1"/>
          <p:nvPr/>
        </p:nvSpPr>
        <p:spPr>
          <a:xfrm>
            <a:off x="28012390" y="2645410"/>
            <a:ext cx="2155507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矩形 242"/>
          <p:cNvSpPr/>
          <p:nvPr/>
        </p:nvSpPr>
        <p:spPr>
          <a:xfrm>
            <a:off x="28012390" y="4243070"/>
            <a:ext cx="21555075" cy="228930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45" name="文本框 244"/>
          <p:cNvSpPr txBox="1"/>
          <p:nvPr/>
        </p:nvSpPr>
        <p:spPr>
          <a:xfrm>
            <a:off x="28754070" y="6893560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矩形 245"/>
          <p:cNvSpPr/>
          <p:nvPr/>
        </p:nvSpPr>
        <p:spPr>
          <a:xfrm>
            <a:off x="28754070" y="9290050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47" name="组合 246"/>
          <p:cNvGrpSpPr/>
          <p:nvPr/>
        </p:nvGrpSpPr>
        <p:grpSpPr>
          <a:xfrm rot="0">
            <a:off x="29740860" y="10032365"/>
            <a:ext cx="6522085" cy="4533900"/>
            <a:chOff x="431" y="349"/>
            <a:chExt cx="3918" cy="1789"/>
          </a:xfrm>
        </p:grpSpPr>
        <p:sp>
          <p:nvSpPr>
            <p:cNvPr id="248" name="矩形 247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9" name="矩形 248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250" name="矩形 249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51" name="矩形 250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252" name="组合 251"/>
          <p:cNvGrpSpPr/>
          <p:nvPr/>
        </p:nvGrpSpPr>
        <p:grpSpPr>
          <a:xfrm rot="0">
            <a:off x="28754070" y="16191230"/>
            <a:ext cx="8493760" cy="8429625"/>
            <a:chOff x="53765" y="17173"/>
            <a:chExt cx="9664" cy="5572"/>
          </a:xfrm>
        </p:grpSpPr>
        <p:sp>
          <p:nvSpPr>
            <p:cNvPr id="253" name="文本框 252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54" name="矩形 253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55" name="组合 254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56" name="矩形 25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矩形 25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8" name="矩形 25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殿军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 25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0" name="组合 259"/>
          <p:cNvGrpSpPr/>
          <p:nvPr/>
        </p:nvGrpSpPr>
        <p:grpSpPr>
          <a:xfrm rot="0">
            <a:off x="38195885" y="16191230"/>
            <a:ext cx="10078085" cy="8429625"/>
            <a:chOff x="53765" y="17173"/>
            <a:chExt cx="9664" cy="5572"/>
          </a:xfrm>
        </p:grpSpPr>
        <p:sp>
          <p:nvSpPr>
            <p:cNvPr id="261" name="文本框 260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2" name="矩形 261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63" name="组合 262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64" name="矩形 26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 26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66" name="矩形 26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67" name="矩形 26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8" name="组合 267"/>
          <p:cNvGrpSpPr/>
          <p:nvPr/>
        </p:nvGrpSpPr>
        <p:grpSpPr>
          <a:xfrm rot="0">
            <a:off x="38197155" y="6893560"/>
            <a:ext cx="10075545" cy="8429625"/>
            <a:chOff x="53765" y="17173"/>
            <a:chExt cx="9664" cy="5572"/>
          </a:xfrm>
        </p:grpSpPr>
        <p:sp>
          <p:nvSpPr>
            <p:cNvPr id="269" name="文本框 268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70" name="矩形 269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71" name="组合 270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72" name="矩形 27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73" name="矩形 27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74" name="矩形 27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75" name="矩形 27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矩形 1"/>
          <p:cNvSpPr/>
          <p:nvPr/>
        </p:nvSpPr>
        <p:spPr>
          <a:xfrm>
            <a:off x="24414480" y="851916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14480" y="960247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4414480" y="20077430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4414480" y="21247735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51694080" y="6838950"/>
            <a:ext cx="9264015" cy="24815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第一轮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(0-0</a:t>
            </a:r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8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1694080" y="9236710"/>
            <a:ext cx="9264015" cy="1533080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4400"/>
          </a:p>
        </p:txBody>
      </p:sp>
      <p:sp>
        <p:nvSpPr>
          <p:cNvPr id="73" name="矩形 72"/>
          <p:cNvSpPr/>
          <p:nvPr/>
        </p:nvSpPr>
        <p:spPr>
          <a:xfrm>
            <a:off x="52769770" y="9735185"/>
            <a:ext cx="5812155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麒麟队</a:t>
            </a:r>
            <a:r>
              <a:rPr lang="en-US" altLang="zh-CN" sz="5400" b="1">
                <a:solidFill>
                  <a:schemeClr val="tx1"/>
                </a:solidFill>
              </a:rPr>
              <a:t>(C6)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58581925" y="973518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/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52769770" y="11913235"/>
            <a:ext cx="5812155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  <a:sym typeface="+mn-ea"/>
              </a:rPr>
              <a:t>哈基米</a:t>
            </a:r>
            <a:r>
              <a:rPr lang="en-US" altLang="zh-CN" sz="5400" b="1">
                <a:solidFill>
                  <a:schemeClr val="tx1"/>
                </a:solidFill>
                <a:sym typeface="+mn-ea"/>
              </a:rPr>
              <a:t>(A6)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58581925" y="1191323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/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769770" y="19364960"/>
            <a:ext cx="5812155" cy="217805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神将杯冠军</a:t>
            </a:r>
            <a:r>
              <a:rPr lang="en-US" altLang="zh-CN" sz="5400" b="1">
                <a:solidFill>
                  <a:schemeClr val="tx1"/>
                </a:solidFill>
              </a:rPr>
              <a:t>(D5)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8581925" y="1936496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769770" y="21543010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无敌暴龙战士</a:t>
            </a:r>
            <a:r>
              <a:rPr lang="en-US" altLang="zh-CN" sz="5400" b="1">
                <a:solidFill>
                  <a:schemeClr val="tx1"/>
                </a:solidFill>
              </a:rPr>
              <a:t>(A5)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8581925" y="2154301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3476505" y="6839585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3476505" y="9236075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30" name="组合 29"/>
          <p:cNvGrpSpPr/>
          <p:nvPr/>
        </p:nvGrpSpPr>
        <p:grpSpPr>
          <a:xfrm rot="0">
            <a:off x="64463295" y="9978390"/>
            <a:ext cx="6522085" cy="4533900"/>
            <a:chOff x="431" y="349"/>
            <a:chExt cx="3918" cy="1789"/>
          </a:xfrm>
        </p:grpSpPr>
        <p:sp>
          <p:nvSpPr>
            <p:cNvPr id="31" name="矩形 3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 rot="0">
            <a:off x="63476505" y="16137255"/>
            <a:ext cx="8493760" cy="8429625"/>
            <a:chOff x="53765" y="17173"/>
            <a:chExt cx="9664" cy="5572"/>
          </a:xfrm>
        </p:grpSpPr>
        <p:sp>
          <p:nvSpPr>
            <p:cNvPr id="46" name="文本框 45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54" name="组合 5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59" name="矩形 58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殿军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7" name="组合 76"/>
          <p:cNvGrpSpPr/>
          <p:nvPr/>
        </p:nvGrpSpPr>
        <p:grpSpPr>
          <a:xfrm rot="0">
            <a:off x="72918320" y="16137255"/>
            <a:ext cx="10078085" cy="8429625"/>
            <a:chOff x="53765" y="17173"/>
            <a:chExt cx="9664" cy="5572"/>
          </a:xfrm>
        </p:grpSpPr>
        <p:sp>
          <p:nvSpPr>
            <p:cNvPr id="82" name="文本框 81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84" name="组合 8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矩形 8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87" name="矩形 8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矩形 8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组合 88"/>
          <p:cNvGrpSpPr/>
          <p:nvPr/>
        </p:nvGrpSpPr>
        <p:grpSpPr>
          <a:xfrm rot="0">
            <a:off x="72919590" y="6839585"/>
            <a:ext cx="10075545" cy="8429625"/>
            <a:chOff x="53765" y="17173"/>
            <a:chExt cx="9664" cy="5572"/>
          </a:xfrm>
        </p:grpSpPr>
        <p:sp>
          <p:nvSpPr>
            <p:cNvPr id="90" name="文本框 89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1" name="矩形 90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92" name="组合 91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93" name="矩形 92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 9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99" name="矩形 9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矩形 9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527</Words>
  <Application>WPS 演示</Application>
  <PresentationFormat>宽屏</PresentationFormat>
  <Paragraphs>224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82</cp:revision>
  <dcterms:created xsi:type="dcterms:W3CDTF">2023-08-09T12:44:00Z</dcterms:created>
  <dcterms:modified xsi:type="dcterms:W3CDTF">2026-04-13T13:53:45Z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