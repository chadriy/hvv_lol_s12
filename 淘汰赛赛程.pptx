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2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D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2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5" name="组合 24"/>
          <p:cNvGrpSpPr/>
          <p:nvPr/>
        </p:nvGrpSpPr>
        <p:grpSpPr>
          <a:xfrm>
            <a:off x="1007745" y="295275"/>
            <a:ext cx="82944335" cy="26840815"/>
            <a:chOff x="1587" y="465"/>
            <a:chExt cx="130621" cy="42269"/>
          </a:xfrm>
        </p:grpSpPr>
        <p:sp>
          <p:nvSpPr>
            <p:cNvPr id="98" name="矩形 97"/>
            <p:cNvSpPr/>
            <p:nvPr/>
          </p:nvSpPr>
          <p:spPr>
            <a:xfrm>
              <a:off x="79437" y="6740"/>
              <a:ext cx="52771" cy="3599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79437" y="4193"/>
              <a:ext cx="52771" cy="2547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9438" y="465"/>
              <a:ext cx="52771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HVV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S12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--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神将杯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1587" y="465"/>
              <a:ext cx="76473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HVV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S12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--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常规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队伍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 rot="0">
              <a:off x="2671" y="7501"/>
              <a:ext cx="7420" cy="2997"/>
              <a:chOff x="431" y="349"/>
              <a:chExt cx="3918" cy="1789"/>
            </a:xfrm>
          </p:grpSpPr>
          <p:sp>
            <p:nvSpPr>
              <p:cNvPr id="4" name="矩形 3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潇甜甜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(A1)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全妹班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(D4)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0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 rot="0">
              <a:off x="2671" y="11680"/>
              <a:ext cx="7420" cy="2997"/>
              <a:chOff x="431" y="349"/>
              <a:chExt cx="3918" cy="1789"/>
            </a:xfrm>
          </p:grpSpPr>
          <p:sp>
            <p:nvSpPr>
              <p:cNvPr id="10" name="矩形 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就折水平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(B2)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0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12" name="矩形 1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ikun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の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四区兄弟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(C3)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4" name="组合 13"/>
            <p:cNvGrpSpPr/>
            <p:nvPr/>
          </p:nvGrpSpPr>
          <p:grpSpPr>
            <a:xfrm rot="0">
              <a:off x="2671" y="15859"/>
              <a:ext cx="7420" cy="2997"/>
              <a:chOff x="431" y="349"/>
              <a:chExt cx="3918" cy="1789"/>
            </a:xfrm>
          </p:grpSpPr>
          <p:sp>
            <p:nvSpPr>
              <p:cNvPr id="15" name="矩形 1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咕咕嘎嘎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(D1)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1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IKUN(A4)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 rot="0">
              <a:off x="2671" y="20038"/>
              <a:ext cx="7420" cy="2997"/>
              <a:chOff x="431" y="349"/>
              <a:chExt cx="3918" cy="1789"/>
            </a:xfrm>
          </p:grpSpPr>
          <p:sp>
            <p:nvSpPr>
              <p:cNvPr id="20" name="矩形 1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牢王来了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(C2)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1" name="矩形 2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  <a:sym typeface="+mn-ea"/>
                  </a:rPr>
                  <a:t>3</a:t>
                </a:r>
                <a:endParaRPr lang="en-US" sz="6000" b="1">
                  <a:solidFill>
                    <a:srgbClr val="0070C0"/>
                  </a:solidFill>
                  <a:sym typeface="+mn-ea"/>
                </a:endParaRPr>
              </a:p>
            </p:txBody>
          </p:sp>
          <p:sp>
            <p:nvSpPr>
              <p:cNvPr id="22" name="矩形 2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外卖到了先别开团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(B3)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0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sp>
          <p:nvSpPr>
            <p:cNvPr id="107" name="矩形 106"/>
            <p:cNvSpPr/>
            <p:nvPr/>
          </p:nvSpPr>
          <p:spPr>
            <a:xfrm>
              <a:off x="1787" y="6646"/>
              <a:ext cx="40808" cy="1705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109" name="组合 108"/>
            <p:cNvGrpSpPr/>
            <p:nvPr/>
          </p:nvGrpSpPr>
          <p:grpSpPr>
            <a:xfrm rot="0">
              <a:off x="15772" y="9556"/>
              <a:ext cx="7420" cy="2997"/>
              <a:chOff x="431" y="349"/>
              <a:chExt cx="3918" cy="1789"/>
            </a:xfrm>
          </p:grpSpPr>
          <p:sp>
            <p:nvSpPr>
              <p:cNvPr id="110" name="矩形 10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2">
                        <a:lumMod val="40000"/>
                        <a:lumOff val="60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潇甜甜(A1)</a:t>
                </a:r>
                <a:endParaRPr lang="zh-CN" altLang="en-US" sz="455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11" name="矩形 11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2" name="矩形 11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lvl="0" algn="ctr">
                  <a:buClrTx/>
                  <a:buSzTx/>
                  <a:buFontTx/>
                </a:pPr>
                <a:r>
                  <a:rPr lang="zh-CN" altLang="en-US" sz="3200" b="1">
                    <a:solidFill>
                      <a:schemeClr val="tx1"/>
                    </a:solidFill>
                    <a:sym typeface="+mn-ea"/>
                  </a:rPr>
                  <a:t>ikunの四区兄弟(C3)</a:t>
                </a:r>
                <a:endParaRPr lang="zh-CN" altLang="en-US" sz="32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13" name="矩形 11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 rot="0">
              <a:off x="15769" y="17789"/>
              <a:ext cx="7420" cy="2997"/>
              <a:chOff x="431" y="349"/>
              <a:chExt cx="3918" cy="1789"/>
            </a:xfrm>
          </p:grpSpPr>
          <p:sp>
            <p:nvSpPr>
              <p:cNvPr id="115" name="矩形 11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2">
                        <a:lumMod val="40000"/>
                        <a:lumOff val="60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IKUN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(A4)</a:t>
                </a:r>
                <a:endParaRPr lang="en-US" altLang="zh-CN" sz="455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16" name="矩形 11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矩形 14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牢王来了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(C2)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47" name="矩形 14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cxnSp>
          <p:nvCxnSpPr>
            <p:cNvPr id="155" name="肘形连接符 154"/>
            <p:cNvCxnSpPr>
              <a:stCxn id="21" idx="3"/>
              <a:endCxn id="146" idx="1"/>
            </p:cNvCxnSpPr>
            <p:nvPr/>
          </p:nvCxnSpPr>
          <p:spPr>
            <a:xfrm flipV="1">
              <a:off x="10093" y="20038"/>
              <a:ext cx="5676" cy="75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7" name="肘形连接符 156"/>
            <p:cNvCxnSpPr>
              <a:stCxn id="16" idx="3"/>
              <a:endCxn id="115" idx="1"/>
            </p:cNvCxnSpPr>
            <p:nvPr/>
          </p:nvCxnSpPr>
          <p:spPr>
            <a:xfrm>
              <a:off x="10093" y="16609"/>
              <a:ext cx="5676" cy="193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8" name="肘形连接符 157"/>
            <p:cNvCxnSpPr>
              <a:stCxn id="5" idx="3"/>
              <a:endCxn id="110" idx="1"/>
            </p:cNvCxnSpPr>
            <p:nvPr/>
          </p:nvCxnSpPr>
          <p:spPr>
            <a:xfrm>
              <a:off x="10093" y="8251"/>
              <a:ext cx="5679" cy="2055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9" name="肘形连接符 158"/>
            <p:cNvCxnSpPr>
              <a:stCxn id="11" idx="3"/>
              <a:endCxn id="112" idx="1"/>
            </p:cNvCxnSpPr>
            <p:nvPr/>
          </p:nvCxnSpPr>
          <p:spPr>
            <a:xfrm flipV="1">
              <a:off x="10093" y="11805"/>
              <a:ext cx="5679" cy="625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1" name="肘形连接符 180"/>
            <p:cNvCxnSpPr>
              <a:stCxn id="111" idx="3"/>
              <a:endCxn id="187" idx="1"/>
            </p:cNvCxnSpPr>
            <p:nvPr/>
          </p:nvCxnSpPr>
          <p:spPr>
            <a:xfrm>
              <a:off x="23194" y="10306"/>
              <a:ext cx="8287" cy="3963"/>
            </a:xfrm>
            <a:prstGeom prst="bentConnector3">
              <a:avLst>
                <a:gd name="adj1" fmla="val 500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2" name="肘形连接符 181"/>
            <p:cNvCxnSpPr>
              <a:stCxn id="116" idx="3"/>
              <a:endCxn id="188" idx="1"/>
            </p:cNvCxnSpPr>
            <p:nvPr/>
          </p:nvCxnSpPr>
          <p:spPr>
            <a:xfrm flipV="1">
              <a:off x="23191" y="15975"/>
              <a:ext cx="8290" cy="256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85" name="文本框 184"/>
            <p:cNvSpPr txBox="1"/>
            <p:nvPr/>
          </p:nvSpPr>
          <p:spPr>
            <a:xfrm>
              <a:off x="30130" y="11056"/>
              <a:ext cx="10636" cy="180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四强晋级队伍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上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半区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86" name="矩形 185"/>
            <p:cNvSpPr/>
            <p:nvPr/>
          </p:nvSpPr>
          <p:spPr>
            <a:xfrm>
              <a:off x="30130" y="12858"/>
              <a:ext cx="10636" cy="4832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187" name="矩形 186"/>
            <p:cNvSpPr/>
            <p:nvPr/>
          </p:nvSpPr>
          <p:spPr>
            <a:xfrm>
              <a:off x="31481" y="13416"/>
              <a:ext cx="6967" cy="170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188" name="矩形 187"/>
            <p:cNvSpPr/>
            <p:nvPr/>
          </p:nvSpPr>
          <p:spPr>
            <a:xfrm>
              <a:off x="31481" y="15122"/>
              <a:ext cx="6967" cy="170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grpSp>
          <p:nvGrpSpPr>
            <p:cNvPr id="200" name="组合 199"/>
            <p:cNvGrpSpPr/>
            <p:nvPr/>
          </p:nvGrpSpPr>
          <p:grpSpPr>
            <a:xfrm rot="0">
              <a:off x="2671" y="25228"/>
              <a:ext cx="7420" cy="3238"/>
              <a:chOff x="431" y="349"/>
              <a:chExt cx="3918" cy="1789"/>
            </a:xfrm>
          </p:grpSpPr>
          <p:sp>
            <p:nvSpPr>
              <p:cNvPr id="201" name="矩形 200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飞行淇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(C1)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矩形 20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03" name="矩形 202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</a:rPr>
                  <a:t>WBD(B4)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矩形 203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0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05" name="组合 204"/>
            <p:cNvGrpSpPr/>
            <p:nvPr/>
          </p:nvGrpSpPr>
          <p:grpSpPr>
            <a:xfrm rot="0">
              <a:off x="2671" y="29743"/>
              <a:ext cx="7420" cy="3238"/>
              <a:chOff x="431" y="349"/>
              <a:chExt cx="3918" cy="1789"/>
            </a:xfrm>
          </p:grpSpPr>
          <p:sp>
            <p:nvSpPr>
              <p:cNvPr id="206" name="矩形 20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大董无敌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(A2)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07" name="矩形 20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08" name="矩形 20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卡了电竞魔王护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(D3)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09" name="矩形 20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rgbClr val="0070C0"/>
                    </a:solidFill>
                  </a:rPr>
                  <a:t>弃赛</a:t>
                </a:r>
                <a:endParaRPr lang="zh-CN" alt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10" name="组合 209"/>
            <p:cNvGrpSpPr/>
            <p:nvPr/>
          </p:nvGrpSpPr>
          <p:grpSpPr>
            <a:xfrm rot="0">
              <a:off x="2671" y="34258"/>
              <a:ext cx="7420" cy="3238"/>
              <a:chOff x="431" y="349"/>
              <a:chExt cx="3918" cy="1789"/>
            </a:xfrm>
          </p:grpSpPr>
          <p:sp>
            <p:nvSpPr>
              <p:cNvPr id="211" name="矩形 210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V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超甜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(B1)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12" name="矩形 21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13" name="矩形 212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皮划艇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(C4)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14" name="矩形 213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0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15" name="组合 214"/>
            <p:cNvGrpSpPr/>
            <p:nvPr/>
          </p:nvGrpSpPr>
          <p:grpSpPr>
            <a:xfrm rot="0">
              <a:off x="2671" y="38773"/>
              <a:ext cx="7420" cy="3238"/>
              <a:chOff x="431" y="349"/>
              <a:chExt cx="3918" cy="1789"/>
            </a:xfrm>
          </p:grpSpPr>
          <p:sp>
            <p:nvSpPr>
              <p:cNvPr id="216" name="矩形 21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陀螺队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(D2)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17" name="矩形 21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1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18" name="矩形 21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快乐星球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V12(A3)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19" name="矩形 21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sp>
          <p:nvSpPr>
            <p:cNvPr id="220" name="矩形 219"/>
            <p:cNvSpPr/>
            <p:nvPr/>
          </p:nvSpPr>
          <p:spPr>
            <a:xfrm>
              <a:off x="1787" y="24304"/>
              <a:ext cx="40808" cy="1843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21" name="组合 220"/>
            <p:cNvGrpSpPr/>
            <p:nvPr/>
          </p:nvGrpSpPr>
          <p:grpSpPr>
            <a:xfrm rot="0">
              <a:off x="15772" y="27448"/>
              <a:ext cx="7420" cy="3238"/>
              <a:chOff x="431" y="349"/>
              <a:chExt cx="3918" cy="1789"/>
            </a:xfrm>
          </p:grpSpPr>
          <p:sp>
            <p:nvSpPr>
              <p:cNvPr id="222" name="矩形 221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飞行淇</a:t>
                </a:r>
                <a:endParaRPr lang="zh-CN" altLang="en-US" sz="455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23" name="矩形 222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4" name="矩形 223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大董无敌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(A2)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矩形 224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26" name="组合 225"/>
            <p:cNvGrpSpPr/>
            <p:nvPr/>
          </p:nvGrpSpPr>
          <p:grpSpPr>
            <a:xfrm rot="0">
              <a:off x="15769" y="36342"/>
              <a:ext cx="7420" cy="3238"/>
              <a:chOff x="431" y="349"/>
              <a:chExt cx="3918" cy="1789"/>
            </a:xfrm>
          </p:grpSpPr>
          <p:sp>
            <p:nvSpPr>
              <p:cNvPr id="227" name="矩形 226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V</a:t>
                </a:r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超甜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(B1)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矩形 227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9" name="矩形 228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000" b="1">
                    <a:solidFill>
                      <a:schemeClr val="tx1"/>
                    </a:solidFill>
                    <a:sym typeface="+mn-ea"/>
                  </a:rPr>
                  <a:t>快乐星球</a:t>
                </a:r>
                <a:r>
                  <a:rPr lang="en-US" altLang="zh-CN" sz="4000" b="1">
                    <a:solidFill>
                      <a:schemeClr val="tx1"/>
                    </a:solidFill>
                    <a:sym typeface="+mn-ea"/>
                  </a:rPr>
                  <a:t>V12(A3)</a:t>
                </a:r>
                <a:endParaRPr lang="en-US" altLang="zh-CN" sz="40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30" name="矩形 229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cxnSp>
          <p:nvCxnSpPr>
            <p:cNvPr id="231" name="肘形连接符 230"/>
            <p:cNvCxnSpPr>
              <a:stCxn id="217" idx="3"/>
              <a:endCxn id="229" idx="1"/>
            </p:cNvCxnSpPr>
            <p:nvPr/>
          </p:nvCxnSpPr>
          <p:spPr>
            <a:xfrm flipV="1">
              <a:off x="10093" y="38773"/>
              <a:ext cx="5676" cy="81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2" name="肘形连接符 231"/>
            <p:cNvCxnSpPr>
              <a:stCxn id="212" idx="3"/>
              <a:endCxn id="227" idx="1"/>
            </p:cNvCxnSpPr>
            <p:nvPr/>
          </p:nvCxnSpPr>
          <p:spPr>
            <a:xfrm>
              <a:off x="10093" y="35068"/>
              <a:ext cx="5676" cy="2085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3" name="肘形连接符 232"/>
            <p:cNvCxnSpPr>
              <a:stCxn id="202" idx="3"/>
              <a:endCxn id="222" idx="1"/>
            </p:cNvCxnSpPr>
            <p:nvPr/>
          </p:nvCxnSpPr>
          <p:spPr>
            <a:xfrm>
              <a:off x="10093" y="26038"/>
              <a:ext cx="5679" cy="2220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4" name="肘形连接符 233"/>
            <p:cNvCxnSpPr>
              <a:stCxn id="207" idx="3"/>
              <a:endCxn id="224" idx="1"/>
            </p:cNvCxnSpPr>
            <p:nvPr/>
          </p:nvCxnSpPr>
          <p:spPr>
            <a:xfrm flipV="1">
              <a:off x="10093" y="29878"/>
              <a:ext cx="5679" cy="676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5" name="肘形连接符 234"/>
            <p:cNvCxnSpPr>
              <a:stCxn id="223" idx="3"/>
              <a:endCxn id="239" idx="1"/>
            </p:cNvCxnSpPr>
            <p:nvPr/>
          </p:nvCxnSpPr>
          <p:spPr>
            <a:xfrm>
              <a:off x="23194" y="28258"/>
              <a:ext cx="8287" cy="4282"/>
            </a:xfrm>
            <a:prstGeom prst="bentConnector3">
              <a:avLst>
                <a:gd name="adj1" fmla="val 500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6" name="肘形连接符 235"/>
            <p:cNvCxnSpPr>
              <a:stCxn id="228" idx="3"/>
              <a:endCxn id="240" idx="1"/>
            </p:cNvCxnSpPr>
            <p:nvPr/>
          </p:nvCxnSpPr>
          <p:spPr>
            <a:xfrm flipV="1">
              <a:off x="23191" y="34383"/>
              <a:ext cx="8290" cy="2769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7" name="文本框 236"/>
            <p:cNvSpPr txBox="1"/>
            <p:nvPr/>
          </p:nvSpPr>
          <p:spPr>
            <a:xfrm>
              <a:off x="30130" y="29068"/>
              <a:ext cx="10636" cy="194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四强晋级队伍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下半区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38" name="矩形 237"/>
            <p:cNvSpPr/>
            <p:nvPr/>
          </p:nvSpPr>
          <p:spPr>
            <a:xfrm>
              <a:off x="30130" y="31015"/>
              <a:ext cx="10636" cy="522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239" name="矩形 238"/>
            <p:cNvSpPr/>
            <p:nvPr/>
          </p:nvSpPr>
          <p:spPr>
            <a:xfrm>
              <a:off x="31481" y="31618"/>
              <a:ext cx="6967" cy="184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0" name="矩形 239"/>
            <p:cNvSpPr/>
            <p:nvPr/>
          </p:nvSpPr>
          <p:spPr>
            <a:xfrm>
              <a:off x="31481" y="33461"/>
              <a:ext cx="6967" cy="184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1" name="文本框 240"/>
            <p:cNvSpPr txBox="1"/>
            <p:nvPr/>
          </p:nvSpPr>
          <p:spPr>
            <a:xfrm>
              <a:off x="1787" y="4166"/>
              <a:ext cx="40809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进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2" name="文本框 241"/>
            <p:cNvSpPr txBox="1"/>
            <p:nvPr/>
          </p:nvSpPr>
          <p:spPr>
            <a:xfrm>
              <a:off x="44114" y="4166"/>
              <a:ext cx="33945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强淘汰赛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3" name="矩形 242"/>
            <p:cNvSpPr/>
            <p:nvPr/>
          </p:nvSpPr>
          <p:spPr>
            <a:xfrm>
              <a:off x="44114" y="6682"/>
              <a:ext cx="33945" cy="36052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245" name="文本框 244"/>
            <p:cNvSpPr txBox="1"/>
            <p:nvPr/>
          </p:nvSpPr>
          <p:spPr>
            <a:xfrm>
              <a:off x="45282" y="10856"/>
              <a:ext cx="13377" cy="377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(1-0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6" name="矩形 245"/>
            <p:cNvSpPr/>
            <p:nvPr/>
          </p:nvSpPr>
          <p:spPr>
            <a:xfrm>
              <a:off x="45282" y="14630"/>
              <a:ext cx="13377" cy="9501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47" name="组合 246"/>
            <p:cNvGrpSpPr/>
            <p:nvPr/>
          </p:nvGrpSpPr>
          <p:grpSpPr>
            <a:xfrm rot="0">
              <a:off x="46836" y="15799"/>
              <a:ext cx="10271" cy="7140"/>
              <a:chOff x="431" y="349"/>
              <a:chExt cx="3918" cy="1789"/>
            </a:xfrm>
          </p:grpSpPr>
          <p:sp>
            <p:nvSpPr>
              <p:cNvPr id="248" name="矩形 247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9" name="矩形 248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50" name="矩形 249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1" name="矩形 250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2" name="组合 251"/>
            <p:cNvGrpSpPr/>
            <p:nvPr/>
          </p:nvGrpSpPr>
          <p:grpSpPr>
            <a:xfrm rot="0">
              <a:off x="45282" y="25498"/>
              <a:ext cx="13376" cy="13275"/>
              <a:chOff x="53765" y="17173"/>
              <a:chExt cx="9664" cy="5572"/>
            </a:xfrm>
          </p:grpSpPr>
          <p:sp>
            <p:nvSpPr>
              <p:cNvPr id="253" name="文本框 252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(0-1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54" name="矩形 253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55" name="组合 254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56" name="矩形 25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矩形 25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58" name="矩形 25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殿军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9" name="矩形 25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60" name="组合 259"/>
            <p:cNvGrpSpPr/>
            <p:nvPr/>
          </p:nvGrpSpPr>
          <p:grpSpPr>
            <a:xfrm rot="0">
              <a:off x="60151" y="25498"/>
              <a:ext cx="15871" cy="13275"/>
              <a:chOff x="53765" y="17173"/>
              <a:chExt cx="9664" cy="5572"/>
            </a:xfrm>
          </p:grpSpPr>
          <p:sp>
            <p:nvSpPr>
              <p:cNvPr id="261" name="文本框 260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二轮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62" name="矩形 261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63" name="组合 262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64" name="矩形 263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5" name="矩形 264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66" name="矩形 265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季军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🥉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267" name="矩形 266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68" name="组合 267"/>
            <p:cNvGrpSpPr/>
            <p:nvPr/>
          </p:nvGrpSpPr>
          <p:grpSpPr>
            <a:xfrm rot="0">
              <a:off x="60153" y="10856"/>
              <a:ext cx="15867" cy="13275"/>
              <a:chOff x="53765" y="17173"/>
              <a:chExt cx="9664" cy="5572"/>
            </a:xfrm>
          </p:grpSpPr>
          <p:sp>
            <p:nvSpPr>
              <p:cNvPr id="269" name="文本框 268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总决赛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70" name="矩形 269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71" name="组合 270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72" name="矩形 271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冠军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🏆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3" name="矩形 272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74" name="矩形 273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亚军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🥈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275" name="矩形 274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" name="矩形 1"/>
            <p:cNvSpPr/>
            <p:nvPr/>
          </p:nvSpPr>
          <p:spPr>
            <a:xfrm>
              <a:off x="38448" y="13416"/>
              <a:ext cx="1358" cy="170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38448" y="15122"/>
              <a:ext cx="1358" cy="170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38448" y="31618"/>
              <a:ext cx="1358" cy="18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38448" y="33461"/>
              <a:ext cx="1358" cy="18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81408" y="9793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81408" y="13416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73" name="矩形 72"/>
            <p:cNvSpPr/>
            <p:nvPr/>
          </p:nvSpPr>
          <p:spPr>
            <a:xfrm>
              <a:off x="83102" y="14539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麒麟队</a:t>
              </a:r>
              <a:r>
                <a:rPr lang="en-US" altLang="zh-CN" sz="5400" b="1">
                  <a:solidFill>
                    <a:schemeClr val="tx1"/>
                  </a:solidFill>
                </a:rPr>
                <a:t>(C6)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92255" y="14539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83102" y="17969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5400" b="1">
                  <a:solidFill>
                    <a:schemeClr val="tx1"/>
                  </a:solidFill>
                </a:rPr>
                <a:t>AUV(C5)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92255" y="17969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78" name="矩形 77"/>
            <p:cNvSpPr/>
            <p:nvPr/>
          </p:nvSpPr>
          <p:spPr>
            <a:xfrm>
              <a:off x="83105" y="2271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哈基米</a:t>
              </a:r>
              <a:r>
                <a:rPr lang="en-US" altLang="zh-CN" sz="5400" b="1">
                  <a:solidFill>
                    <a:schemeClr val="tx1"/>
                  </a:solidFill>
                </a:rPr>
                <a:t>(A6)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9" name="矩形 78"/>
            <p:cNvSpPr/>
            <p:nvPr/>
          </p:nvSpPr>
          <p:spPr>
            <a:xfrm>
              <a:off x="92258" y="2271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80" name="矩形 79"/>
            <p:cNvSpPr/>
            <p:nvPr/>
          </p:nvSpPr>
          <p:spPr>
            <a:xfrm>
              <a:off x="83105" y="2614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拉扯一下别急</a:t>
              </a:r>
              <a:r>
                <a:rPr lang="en-US" altLang="zh-CN" sz="5400" b="1">
                  <a:solidFill>
                    <a:schemeClr val="tx1"/>
                  </a:solidFill>
                </a:rPr>
                <a:t>(D6)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2258" y="2614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3" name="矩形 32"/>
            <p:cNvSpPr/>
            <p:nvPr/>
          </p:nvSpPr>
          <p:spPr>
            <a:xfrm>
              <a:off x="83108" y="31368"/>
              <a:ext cx="9153" cy="343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神将杯冠军</a:t>
              </a:r>
              <a:r>
                <a:rPr lang="en-US" altLang="zh-CN" sz="5400" b="1">
                  <a:solidFill>
                    <a:schemeClr val="tx1"/>
                  </a:solidFill>
                </a:rPr>
                <a:t>(D5)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92261" y="3136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1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83108" y="34798"/>
              <a:ext cx="9153" cy="3430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无敌暴龙战士</a:t>
              </a:r>
              <a:r>
                <a:rPr lang="en-US" altLang="zh-CN" sz="5400" b="1">
                  <a:solidFill>
                    <a:schemeClr val="tx1"/>
                  </a:solidFill>
                </a:rPr>
                <a:t>(A5)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92261" y="3479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3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98949" y="9945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98949" y="13568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42" name="矩形 41"/>
            <p:cNvSpPr/>
            <p:nvPr/>
          </p:nvSpPr>
          <p:spPr>
            <a:xfrm>
              <a:off x="100643" y="1469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43" name="矩形 42"/>
            <p:cNvSpPr/>
            <p:nvPr/>
          </p:nvSpPr>
          <p:spPr>
            <a:xfrm>
              <a:off x="109796" y="1469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100643" y="1812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109796" y="1812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0" name="矩形 49"/>
            <p:cNvSpPr/>
            <p:nvPr/>
          </p:nvSpPr>
          <p:spPr>
            <a:xfrm>
              <a:off x="100646" y="2287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1" name="矩形 50"/>
            <p:cNvSpPr/>
            <p:nvPr/>
          </p:nvSpPr>
          <p:spPr>
            <a:xfrm>
              <a:off x="109799" y="2287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2" name="矩形 51"/>
            <p:cNvSpPr/>
            <p:nvPr/>
          </p:nvSpPr>
          <p:spPr>
            <a:xfrm>
              <a:off x="100646" y="2630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109799" y="2630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5" name="矩形 54"/>
            <p:cNvSpPr/>
            <p:nvPr/>
          </p:nvSpPr>
          <p:spPr>
            <a:xfrm>
              <a:off x="100649" y="3152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109802" y="3152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7" name="矩形 56"/>
            <p:cNvSpPr/>
            <p:nvPr/>
          </p:nvSpPr>
          <p:spPr>
            <a:xfrm>
              <a:off x="100649" y="3495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8" name="矩形 57"/>
            <p:cNvSpPr/>
            <p:nvPr/>
          </p:nvSpPr>
          <p:spPr>
            <a:xfrm>
              <a:off x="109802" y="3495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16490" y="9945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三轮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1" name="矩形 60"/>
            <p:cNvSpPr/>
            <p:nvPr/>
          </p:nvSpPr>
          <p:spPr>
            <a:xfrm>
              <a:off x="116490" y="13568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63" name="矩形 62"/>
            <p:cNvSpPr/>
            <p:nvPr/>
          </p:nvSpPr>
          <p:spPr>
            <a:xfrm>
              <a:off x="118184" y="1469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127337" y="1469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5" name="矩形 64"/>
            <p:cNvSpPr/>
            <p:nvPr/>
          </p:nvSpPr>
          <p:spPr>
            <a:xfrm>
              <a:off x="118184" y="1812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6" name="矩形 65"/>
            <p:cNvSpPr/>
            <p:nvPr/>
          </p:nvSpPr>
          <p:spPr>
            <a:xfrm>
              <a:off x="127337" y="1812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8" name="矩形 67"/>
            <p:cNvSpPr/>
            <p:nvPr/>
          </p:nvSpPr>
          <p:spPr>
            <a:xfrm>
              <a:off x="118187" y="2287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127340" y="2287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94" name="矩形 93"/>
            <p:cNvSpPr/>
            <p:nvPr/>
          </p:nvSpPr>
          <p:spPr>
            <a:xfrm>
              <a:off x="118187" y="2630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95" name="矩形 94"/>
            <p:cNvSpPr/>
            <p:nvPr/>
          </p:nvSpPr>
          <p:spPr>
            <a:xfrm>
              <a:off x="127340" y="2630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156" name="矩形 155"/>
            <p:cNvSpPr/>
            <p:nvPr/>
          </p:nvSpPr>
          <p:spPr>
            <a:xfrm>
              <a:off x="118190" y="3152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167" name="矩形 166"/>
            <p:cNvSpPr/>
            <p:nvPr/>
          </p:nvSpPr>
          <p:spPr>
            <a:xfrm>
              <a:off x="127343" y="3152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168" name="矩形 167"/>
            <p:cNvSpPr/>
            <p:nvPr/>
          </p:nvSpPr>
          <p:spPr>
            <a:xfrm>
              <a:off x="118190" y="3495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169" name="矩形 168"/>
            <p:cNvSpPr/>
            <p:nvPr/>
          </p:nvSpPr>
          <p:spPr>
            <a:xfrm>
              <a:off x="127343" y="3495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498</Words>
  <Application>WPS 演示</Application>
  <PresentationFormat>宽屏</PresentationFormat>
  <Paragraphs>244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微软雅黑</vt:lpstr>
      <vt:lpstr>Calibri</vt:lpstr>
      <vt:lpstr>MS PGothic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80</cp:revision>
  <dcterms:created xsi:type="dcterms:W3CDTF">2023-08-09T12:44:00Z</dcterms:created>
  <dcterms:modified xsi:type="dcterms:W3CDTF">2026-04-12T17:46:05Z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EC36D588B10B4BAFB362F4820491652F_12</vt:lpwstr>
  </property>
</Properties>
</file>