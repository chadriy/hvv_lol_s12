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  <a:srgbClr val="A6A6A6"/>
    <a:srgbClr val="7F7F7F"/>
    <a:srgbClr val="0080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974090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0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lvl="0" algn="ctr">
              <a:buClrTx/>
              <a:buSzTx/>
              <a:buFontTx/>
            </a:pPr>
            <a:r>
              <a:rPr lang="zh-CN" altLang="en-US" sz="4550" b="1">
                <a:solidFill>
                  <a:schemeClr val="tx1"/>
                </a:solidFill>
                <a:sym typeface="+mn-ea"/>
              </a:rPr>
              <a:t>潇甜甜(A1)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牢王来了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(C2)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80CA"/>
                  </a:solidFill>
                </a:rPr>
                <a:t>0</a:t>
              </a:r>
              <a:endParaRPr lang="en-US" sz="6600" b="1">
                <a:solidFill>
                  <a:srgbClr val="0080CA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大董无敌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(A2)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4550" b="1">
                <a:solidFill>
                  <a:schemeClr val="tx1"/>
                </a:solidFill>
                <a:sym typeface="+mn-ea"/>
              </a:rPr>
              <a:t>V</a:t>
            </a:r>
            <a:r>
              <a:rPr lang="zh-CN" altLang="en-US" sz="4550" b="1">
                <a:solidFill>
                  <a:schemeClr val="tx1"/>
                </a:solidFill>
                <a:sym typeface="+mn-ea"/>
              </a:rPr>
              <a:t>超甜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(B1)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A6A6A6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(C6)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1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(A5)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3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哈基米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(A6)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神将杯冠军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(D5)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麒麟队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(C6)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无敌暴龙战士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</a:rPr>
                  <a:t>待定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565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102</cp:revision>
  <dcterms:created xsi:type="dcterms:W3CDTF">2023-08-09T12:44:00Z</dcterms:created>
  <dcterms:modified xsi:type="dcterms:W3CDTF">2026-04-24T17:50:49Z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