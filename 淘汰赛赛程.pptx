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51198780" cy="5119878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26" userDrawn="1">
          <p15:clr>
            <a:srgbClr val="A4A3A4"/>
          </p15:clr>
        </p15:guide>
        <p15:guide id="2" pos="1612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6126"/>
        <p:guide pos="161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400210" y="8379767"/>
            <a:ext cx="38401259" cy="17826257"/>
          </a:xfrm>
        </p:spPr>
        <p:txBody>
          <a:bodyPr anchor="b"/>
          <a:lstStyle>
            <a:lvl1pPr algn="ctr">
              <a:defRPr sz="3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400210" y="26893472"/>
            <a:ext cx="38401259" cy="12362221"/>
          </a:xfrm>
        </p:spPr>
        <p:txBody>
          <a:bodyPr/>
          <a:lstStyle>
            <a:lvl1pPr marL="0" indent="0" algn="ctr">
              <a:buNone/>
              <a:defRPr sz="13440"/>
            </a:lvl1pPr>
            <a:lvl2pPr marL="2560320" indent="0" algn="ctr">
              <a:buNone/>
              <a:defRPr sz="11200"/>
            </a:lvl2pPr>
            <a:lvl3pPr marL="5120640" indent="0" algn="ctr">
              <a:buNone/>
              <a:defRPr sz="10085"/>
            </a:lvl3pPr>
            <a:lvl4pPr marL="7680960" indent="0" algn="ctr">
              <a:buNone/>
              <a:defRPr sz="8960"/>
            </a:lvl4pPr>
            <a:lvl5pPr marL="10239375" indent="0" algn="ctr">
              <a:buNone/>
              <a:defRPr sz="8960"/>
            </a:lvl5pPr>
            <a:lvl6pPr marL="12799695" indent="0" algn="ctr">
              <a:buNone/>
              <a:defRPr sz="8960"/>
            </a:lvl6pPr>
            <a:lvl7pPr marL="15360015" indent="0" algn="ctr">
              <a:buNone/>
              <a:defRPr sz="8960"/>
            </a:lvl7pPr>
            <a:lvl8pPr marL="17921605" indent="0" algn="ctr">
              <a:buNone/>
              <a:defRPr sz="8960"/>
            </a:lvl8pPr>
            <a:lvl9pPr marL="20481925" indent="0" algn="ctr">
              <a:buNone/>
              <a:defRPr sz="896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493448" y="12765215"/>
            <a:ext cx="44161447" cy="21299054"/>
          </a:xfrm>
        </p:spPr>
        <p:txBody>
          <a:bodyPr anchor="b"/>
          <a:lstStyle>
            <a:lvl1pPr>
              <a:defRPr sz="3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93448" y="34265767"/>
            <a:ext cx="44161447" cy="11200669"/>
          </a:xfrm>
        </p:spPr>
        <p:txBody>
          <a:bodyPr/>
          <a:lstStyle>
            <a:lvl1pPr marL="0" indent="0">
              <a:buNone/>
              <a:defRPr sz="13440">
                <a:solidFill>
                  <a:schemeClr val="tx1">
                    <a:tint val="75000"/>
                  </a:schemeClr>
                </a:solidFill>
              </a:defRPr>
            </a:lvl1pPr>
            <a:lvl2pPr marL="2560320" indent="0">
              <a:buNone/>
              <a:defRPr sz="11200">
                <a:solidFill>
                  <a:schemeClr val="tx1">
                    <a:tint val="75000"/>
                  </a:schemeClr>
                </a:solidFill>
              </a:defRPr>
            </a:lvl2pPr>
            <a:lvl3pPr marL="5120640" indent="0">
              <a:buNone/>
              <a:defRPr sz="10085">
                <a:solidFill>
                  <a:schemeClr val="tx1">
                    <a:tint val="75000"/>
                  </a:schemeClr>
                </a:solidFill>
              </a:defRPr>
            </a:lvl3pPr>
            <a:lvl4pPr marL="7680960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4pPr>
            <a:lvl5pPr marL="1023937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5pPr>
            <a:lvl6pPr marL="1279969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6pPr>
            <a:lvl7pPr marL="1536001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7pPr>
            <a:lvl8pPr marL="1792160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8pPr>
            <a:lvl9pPr marL="20481925" indent="0">
              <a:buNone/>
              <a:defRPr sz="89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520115" y="13630449"/>
            <a:ext cx="21760713" cy="324878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5920850" y="13630449"/>
            <a:ext cx="21760713" cy="3248788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6784" y="2726090"/>
            <a:ext cx="44161447" cy="989689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526784" y="12551869"/>
            <a:ext cx="21660708" cy="6151477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5" b="1"/>
            </a:lvl3pPr>
            <a:lvl4pPr marL="7680960" indent="0">
              <a:buNone/>
              <a:defRPr sz="8960" b="1"/>
            </a:lvl4pPr>
            <a:lvl5pPr marL="10239375" indent="0">
              <a:buNone/>
              <a:defRPr sz="8960" b="1"/>
            </a:lvl5pPr>
            <a:lvl6pPr marL="12799695" indent="0">
              <a:buNone/>
              <a:defRPr sz="8960" b="1"/>
            </a:lvl6pPr>
            <a:lvl7pPr marL="15360015" indent="0">
              <a:buNone/>
              <a:defRPr sz="8960" b="1"/>
            </a:lvl7pPr>
            <a:lvl8pPr marL="17921605" indent="0">
              <a:buNone/>
              <a:defRPr sz="8960" b="1"/>
            </a:lvl8pPr>
            <a:lvl9pPr marL="20481925" indent="0">
              <a:buNone/>
              <a:defRPr sz="896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526784" y="18703346"/>
            <a:ext cx="21660708" cy="2750980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5920850" y="12551869"/>
            <a:ext cx="21767382" cy="6151477"/>
          </a:xfrm>
        </p:spPr>
        <p:txBody>
          <a:bodyPr anchor="b"/>
          <a:lstStyle>
            <a:lvl1pPr marL="0" indent="0">
              <a:buNone/>
              <a:defRPr sz="13440" b="1"/>
            </a:lvl1pPr>
            <a:lvl2pPr marL="2560320" indent="0">
              <a:buNone/>
              <a:defRPr sz="11200" b="1"/>
            </a:lvl2pPr>
            <a:lvl3pPr marL="5120640" indent="0">
              <a:buNone/>
              <a:defRPr sz="10085" b="1"/>
            </a:lvl3pPr>
            <a:lvl4pPr marL="7680960" indent="0">
              <a:buNone/>
              <a:defRPr sz="8960" b="1"/>
            </a:lvl4pPr>
            <a:lvl5pPr marL="10239375" indent="0">
              <a:buNone/>
              <a:defRPr sz="8960" b="1"/>
            </a:lvl5pPr>
            <a:lvl6pPr marL="12799695" indent="0">
              <a:buNone/>
              <a:defRPr sz="8960" b="1"/>
            </a:lvl6pPr>
            <a:lvl7pPr marL="15360015" indent="0">
              <a:buNone/>
              <a:defRPr sz="8960" b="1"/>
            </a:lvl7pPr>
            <a:lvl8pPr marL="17921605" indent="0">
              <a:buNone/>
              <a:defRPr sz="8960" b="1"/>
            </a:lvl8pPr>
            <a:lvl9pPr marL="20481925" indent="0">
              <a:buNone/>
              <a:defRPr sz="896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5920850" y="18703346"/>
            <a:ext cx="21767382" cy="2750980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6784" y="3413538"/>
            <a:ext cx="16513873" cy="11947385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767382" y="7372295"/>
            <a:ext cx="25920850" cy="36387372"/>
          </a:xfrm>
        </p:spPr>
        <p:txBody>
          <a:bodyPr/>
          <a:lstStyle>
            <a:lvl1pPr>
              <a:defRPr sz="17920"/>
            </a:lvl1pPr>
            <a:lvl2pPr>
              <a:defRPr sz="15680"/>
            </a:lvl2pPr>
            <a:lvl3pPr>
              <a:defRPr sz="13440"/>
            </a:lvl3pPr>
            <a:lvl4pPr>
              <a:defRPr sz="11200"/>
            </a:lvl4pPr>
            <a:lvl5pPr>
              <a:defRPr sz="11200"/>
            </a:lvl5pPr>
            <a:lvl6pPr>
              <a:defRPr sz="11200"/>
            </a:lvl6pPr>
            <a:lvl7pPr>
              <a:defRPr sz="11200"/>
            </a:lvl7pPr>
            <a:lvl8pPr>
              <a:defRPr sz="11200"/>
            </a:lvl8pPr>
            <a:lvl9pPr>
              <a:defRPr sz="112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526784" y="15360923"/>
            <a:ext cx="16513873" cy="28458010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5"/>
            </a:lvl2pPr>
            <a:lvl3pPr marL="5120640" indent="0">
              <a:buNone/>
              <a:defRPr sz="6720"/>
            </a:lvl3pPr>
            <a:lvl4pPr marL="7680960" indent="0">
              <a:buNone/>
              <a:defRPr sz="5605"/>
            </a:lvl4pPr>
            <a:lvl5pPr marL="10239375" indent="0">
              <a:buNone/>
              <a:defRPr sz="5605"/>
            </a:lvl5pPr>
            <a:lvl6pPr marL="12799695" indent="0">
              <a:buNone/>
              <a:defRPr sz="5605"/>
            </a:lvl6pPr>
            <a:lvl7pPr marL="15360015" indent="0">
              <a:buNone/>
              <a:defRPr sz="5605"/>
            </a:lvl7pPr>
            <a:lvl8pPr marL="17921605" indent="0">
              <a:buNone/>
              <a:defRPr sz="5605"/>
            </a:lvl8pPr>
            <a:lvl9pPr marL="20481925" indent="0">
              <a:buNone/>
              <a:defRPr sz="560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526784" y="3413538"/>
            <a:ext cx="16513873" cy="11947385"/>
          </a:xfrm>
        </p:spPr>
        <p:txBody>
          <a:bodyPr anchor="b"/>
          <a:lstStyle>
            <a:lvl1pPr>
              <a:defRPr sz="1792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1767382" y="7372295"/>
            <a:ext cx="25920850" cy="36387372"/>
          </a:xfrm>
        </p:spPr>
        <p:txBody>
          <a:bodyPr/>
          <a:lstStyle>
            <a:lvl1pPr marL="0" indent="0">
              <a:buNone/>
              <a:defRPr sz="17920"/>
            </a:lvl1pPr>
            <a:lvl2pPr marL="2560320" indent="0">
              <a:buNone/>
              <a:defRPr sz="15680"/>
            </a:lvl2pPr>
            <a:lvl3pPr marL="5120640" indent="0">
              <a:buNone/>
              <a:defRPr sz="13440"/>
            </a:lvl3pPr>
            <a:lvl4pPr marL="7680960" indent="0">
              <a:buNone/>
              <a:defRPr sz="11200"/>
            </a:lvl4pPr>
            <a:lvl5pPr marL="10239375" indent="0">
              <a:buNone/>
              <a:defRPr sz="11200"/>
            </a:lvl5pPr>
            <a:lvl6pPr marL="12799695" indent="0">
              <a:buNone/>
              <a:defRPr sz="11200"/>
            </a:lvl6pPr>
            <a:lvl7pPr marL="15360015" indent="0">
              <a:buNone/>
              <a:defRPr sz="11200"/>
            </a:lvl7pPr>
            <a:lvl8pPr marL="17921605" indent="0">
              <a:buNone/>
              <a:defRPr sz="11200"/>
            </a:lvl8pPr>
            <a:lvl9pPr marL="20481925" indent="0">
              <a:buNone/>
              <a:defRPr sz="112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526784" y="15360923"/>
            <a:ext cx="16513873" cy="28458010"/>
          </a:xfrm>
        </p:spPr>
        <p:txBody>
          <a:bodyPr/>
          <a:lstStyle>
            <a:lvl1pPr marL="0" indent="0">
              <a:buNone/>
              <a:defRPr sz="8960"/>
            </a:lvl1pPr>
            <a:lvl2pPr marL="2560320" indent="0">
              <a:buNone/>
              <a:defRPr sz="7845"/>
            </a:lvl2pPr>
            <a:lvl3pPr marL="5120640" indent="0">
              <a:buNone/>
              <a:defRPr sz="6720"/>
            </a:lvl3pPr>
            <a:lvl4pPr marL="7680960" indent="0">
              <a:buNone/>
              <a:defRPr sz="5605"/>
            </a:lvl4pPr>
            <a:lvl5pPr marL="10239375" indent="0">
              <a:buNone/>
              <a:defRPr sz="5605"/>
            </a:lvl5pPr>
            <a:lvl6pPr marL="12799695" indent="0">
              <a:buNone/>
              <a:defRPr sz="5605"/>
            </a:lvl6pPr>
            <a:lvl7pPr marL="15360015" indent="0">
              <a:buNone/>
              <a:defRPr sz="5605"/>
            </a:lvl7pPr>
            <a:lvl8pPr marL="17921605" indent="0">
              <a:buNone/>
              <a:defRPr sz="5605"/>
            </a:lvl8pPr>
            <a:lvl9pPr marL="20481925" indent="0">
              <a:buNone/>
              <a:defRPr sz="560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6641201" y="2726090"/>
            <a:ext cx="11040362" cy="4339224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520115" y="2726090"/>
            <a:ext cx="32481065" cy="4339224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520115" y="2726090"/>
            <a:ext cx="44161447" cy="98968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520115" y="13630449"/>
            <a:ext cx="44161447" cy="324878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520115" y="47457667"/>
            <a:ext cx="11520378" cy="272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6960556" y="47457667"/>
            <a:ext cx="17280566" cy="272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6161185" y="47457667"/>
            <a:ext cx="11520378" cy="272609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20640" rtl="0" eaLnBrk="1" latinLnBrk="0" hangingPunct="1">
        <a:lnSpc>
          <a:spcPct val="90000"/>
        </a:lnSpc>
        <a:spcBef>
          <a:spcPct val="0"/>
        </a:spcBef>
        <a:buNone/>
        <a:defRPr sz="246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0795" indent="-1280795" algn="l" defTabSz="5120640" rtl="0" eaLnBrk="1" latinLnBrk="0" hangingPunct="1">
        <a:lnSpc>
          <a:spcPct val="90000"/>
        </a:lnSpc>
        <a:spcBef>
          <a:spcPts val="5610"/>
        </a:spcBef>
        <a:buFont typeface="Arial" panose="020B0604020202020204" pitchFamily="34" charset="0"/>
        <a:buChar char="•"/>
        <a:defRPr sz="15680" kern="1200">
          <a:solidFill>
            <a:schemeClr val="tx1"/>
          </a:solidFill>
          <a:latin typeface="+mn-lt"/>
          <a:ea typeface="+mn-ea"/>
          <a:cs typeface="+mn-cs"/>
        </a:defRPr>
      </a:lvl1pPr>
      <a:lvl2pPr marL="3841115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3440" kern="1200">
          <a:solidFill>
            <a:schemeClr val="tx1"/>
          </a:solidFill>
          <a:latin typeface="+mn-lt"/>
          <a:ea typeface="+mn-ea"/>
          <a:cs typeface="+mn-cs"/>
        </a:defRPr>
      </a:lvl2pPr>
      <a:lvl3pPr marL="6401435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1200" kern="1200">
          <a:solidFill>
            <a:schemeClr val="tx1"/>
          </a:solidFill>
          <a:latin typeface="+mn-lt"/>
          <a:ea typeface="+mn-ea"/>
          <a:cs typeface="+mn-cs"/>
        </a:defRPr>
      </a:lvl3pPr>
      <a:lvl4pPr marL="8961755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4pPr>
      <a:lvl5pPr marL="11520170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5pPr>
      <a:lvl6pPr marL="14080490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6pPr>
      <a:lvl7pPr marL="16640810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7pPr>
      <a:lvl8pPr marL="19201130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8pPr>
      <a:lvl9pPr marL="21761450" indent="-1280795" algn="l" defTabSz="5120640" rtl="0" eaLnBrk="1" latinLnBrk="0" hangingPunct="1">
        <a:lnSpc>
          <a:spcPct val="90000"/>
        </a:lnSpc>
        <a:spcBef>
          <a:spcPts val="2810"/>
        </a:spcBef>
        <a:buFont typeface="Arial" panose="020B0604020202020204" pitchFamily="34" charset="0"/>
        <a:buChar char="•"/>
        <a:defRPr sz="1008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1pPr>
      <a:lvl2pPr marL="2560320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2pPr>
      <a:lvl3pPr marL="5120640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3pPr>
      <a:lvl4pPr marL="7680960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4pPr>
      <a:lvl5pPr marL="10239375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5pPr>
      <a:lvl6pPr marL="12799695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6pPr>
      <a:lvl7pPr marL="15360015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7pPr>
      <a:lvl8pPr marL="17921605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8pPr>
      <a:lvl9pPr marL="20481925" algn="l" defTabSz="5120640" rtl="0" eaLnBrk="1" latinLnBrk="0" hangingPunct="1">
        <a:defRPr sz="100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1007745" y="295275"/>
            <a:ext cx="82944335" cy="26840815"/>
            <a:chOff x="1587" y="465"/>
            <a:chExt cx="130621" cy="42269"/>
          </a:xfrm>
        </p:grpSpPr>
        <p:sp>
          <p:nvSpPr>
            <p:cNvPr id="98" name="矩形 97"/>
            <p:cNvSpPr/>
            <p:nvPr/>
          </p:nvSpPr>
          <p:spPr>
            <a:xfrm>
              <a:off x="79437" y="6740"/>
              <a:ext cx="52771" cy="3599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560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79437" y="4193"/>
              <a:ext cx="52771" cy="2547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淘汰赛</a:t>
              </a:r>
              <a:endParaRPr lang="zh-CN" altLang="en-US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9438" y="465"/>
              <a:ext cx="52771" cy="300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HVV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杯英雄联盟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S12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淘汰赛赛程图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--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神将杯</a:t>
              </a:r>
              <a:endParaRPr lang="en-US" altLang="zh-CN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7" name="文本框 96"/>
            <p:cNvSpPr txBox="1"/>
            <p:nvPr/>
          </p:nvSpPr>
          <p:spPr>
            <a:xfrm>
              <a:off x="1587" y="465"/>
              <a:ext cx="76473" cy="3001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lvl="0" algn="ctr">
                <a:buClrTx/>
                <a:buSzTx/>
                <a:buFontTx/>
              </a:pP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HVV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杯英雄联盟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S12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淘汰赛赛程图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--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常规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队伍</a:t>
              </a:r>
              <a:endParaRPr lang="en-US" altLang="zh-CN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8" name="组合 7"/>
            <p:cNvGrpSpPr/>
            <p:nvPr/>
          </p:nvGrpSpPr>
          <p:grpSpPr>
            <a:xfrm rot="0">
              <a:off x="2671" y="7501"/>
              <a:ext cx="7420" cy="2997"/>
              <a:chOff x="431" y="349"/>
              <a:chExt cx="3918" cy="1789"/>
            </a:xfrm>
          </p:grpSpPr>
          <p:sp>
            <p:nvSpPr>
              <p:cNvPr id="4" name="矩形 3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潇甜甜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(A1)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5" name="矩形 4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6" name="矩形 5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全妹班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(D4)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矩形 6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 rot="0">
              <a:off x="2671" y="11680"/>
              <a:ext cx="7420" cy="2997"/>
              <a:chOff x="431" y="349"/>
              <a:chExt cx="3918" cy="1789"/>
            </a:xfrm>
          </p:grpSpPr>
          <p:sp>
            <p:nvSpPr>
              <p:cNvPr id="10" name="矩形 9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就折水平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(B2)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" name="矩形 10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12" name="矩形 11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800" b="1">
                    <a:solidFill>
                      <a:schemeClr val="tx1"/>
                    </a:solidFill>
                  </a:rPr>
                  <a:t>ikun</a:t>
                </a:r>
                <a:r>
                  <a:rPr lang="ja-JP" altLang="en-US" sz="2800" b="1">
                    <a:solidFill>
                      <a:schemeClr val="tx1"/>
                    </a:solidFill>
                  </a:rPr>
                  <a:t>の</a:t>
                </a:r>
                <a:r>
                  <a:rPr lang="zh-CN" altLang="en-US" sz="2800" b="1">
                    <a:solidFill>
                      <a:schemeClr val="tx1"/>
                    </a:solidFill>
                  </a:rPr>
                  <a:t>四区兄弟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(C3)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14" name="组合 13"/>
            <p:cNvGrpSpPr/>
            <p:nvPr/>
          </p:nvGrpSpPr>
          <p:grpSpPr>
            <a:xfrm rot="0">
              <a:off x="2671" y="15859"/>
              <a:ext cx="7420" cy="2997"/>
              <a:chOff x="431" y="349"/>
              <a:chExt cx="3918" cy="1789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咕咕嘎嘎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(D1)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17" name="矩形 16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800" b="1">
                    <a:solidFill>
                      <a:schemeClr val="tx1"/>
                    </a:solidFill>
                  </a:rPr>
                  <a:t>IKUN(A4)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矩形 17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19" name="组合 18"/>
            <p:cNvGrpSpPr/>
            <p:nvPr/>
          </p:nvGrpSpPr>
          <p:grpSpPr>
            <a:xfrm rot="0">
              <a:off x="2671" y="20038"/>
              <a:ext cx="7420" cy="2997"/>
              <a:chOff x="431" y="349"/>
              <a:chExt cx="3918" cy="1789"/>
            </a:xfrm>
          </p:grpSpPr>
          <p:sp>
            <p:nvSpPr>
              <p:cNvPr id="20" name="矩形 19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牢王来了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(C2)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矩形 20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22" name="矩形 21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外卖到了先别开团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(B3)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" name="矩形 22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107" name="矩形 106"/>
            <p:cNvSpPr/>
            <p:nvPr/>
          </p:nvSpPr>
          <p:spPr>
            <a:xfrm>
              <a:off x="1787" y="6646"/>
              <a:ext cx="40808" cy="17059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560"/>
            </a:p>
          </p:txBody>
        </p:sp>
        <p:grpSp>
          <p:nvGrpSpPr>
            <p:cNvPr id="109" name="组合 108"/>
            <p:cNvGrpSpPr/>
            <p:nvPr/>
          </p:nvGrpSpPr>
          <p:grpSpPr>
            <a:xfrm rot="0">
              <a:off x="15772" y="9556"/>
              <a:ext cx="7420" cy="2997"/>
              <a:chOff x="431" y="349"/>
              <a:chExt cx="3918" cy="1789"/>
            </a:xfrm>
          </p:grpSpPr>
          <p:sp>
            <p:nvSpPr>
              <p:cNvPr id="110" name="矩形 109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4550" b="1">
                    <a:solidFill>
                      <a:srgbClr val="0070C0"/>
                    </a:solidFill>
                  </a:rPr>
                  <a:t>/</a:t>
                </a:r>
                <a:endParaRPr lang="en-US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4550" b="1">
                    <a:solidFill>
                      <a:srgbClr val="0070C0"/>
                    </a:solidFill>
                  </a:rPr>
                  <a:t>/</a:t>
                </a:r>
                <a:endParaRPr lang="en-US" sz="4550" b="1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114" name="组合 113"/>
            <p:cNvGrpSpPr/>
            <p:nvPr/>
          </p:nvGrpSpPr>
          <p:grpSpPr>
            <a:xfrm rot="0">
              <a:off x="15769" y="17789"/>
              <a:ext cx="7420" cy="2997"/>
              <a:chOff x="431" y="349"/>
              <a:chExt cx="3918" cy="1789"/>
            </a:xfrm>
          </p:grpSpPr>
          <p:sp>
            <p:nvSpPr>
              <p:cNvPr id="115" name="矩形 114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4550" b="1">
                    <a:solidFill>
                      <a:srgbClr val="0070C0"/>
                    </a:solidFill>
                  </a:rPr>
                  <a:t>/</a:t>
                </a:r>
                <a:endParaRPr lang="en-US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矩形 145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147" name="矩形 146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4550" b="1">
                    <a:solidFill>
                      <a:srgbClr val="0070C0"/>
                    </a:solidFill>
                  </a:rPr>
                  <a:t>/</a:t>
                </a:r>
                <a:endParaRPr lang="en-US" sz="4550" b="1">
                  <a:solidFill>
                    <a:srgbClr val="0070C0"/>
                  </a:solidFill>
                </a:endParaRPr>
              </a:p>
            </p:txBody>
          </p:sp>
        </p:grpSp>
        <p:cxnSp>
          <p:nvCxnSpPr>
            <p:cNvPr id="155" name="肘形连接符 154"/>
            <p:cNvCxnSpPr>
              <a:stCxn id="21" idx="3"/>
              <a:endCxn id="146" idx="1"/>
            </p:cNvCxnSpPr>
            <p:nvPr/>
          </p:nvCxnSpPr>
          <p:spPr>
            <a:xfrm flipV="1">
              <a:off x="10093" y="20038"/>
              <a:ext cx="5676" cy="750"/>
            </a:xfrm>
            <a:prstGeom prst="bentConnector3">
              <a:avLst>
                <a:gd name="adj1" fmla="val 50000"/>
              </a:avLst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7" name="肘形连接符 156"/>
            <p:cNvCxnSpPr>
              <a:stCxn id="16" idx="3"/>
              <a:endCxn id="115" idx="1"/>
            </p:cNvCxnSpPr>
            <p:nvPr/>
          </p:nvCxnSpPr>
          <p:spPr>
            <a:xfrm>
              <a:off x="10093" y="16609"/>
              <a:ext cx="5676" cy="1930"/>
            </a:xfrm>
            <a:prstGeom prst="bentConnector3">
              <a:avLst>
                <a:gd name="adj1" fmla="val 50000"/>
              </a:avLst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8" name="肘形连接符 157"/>
            <p:cNvCxnSpPr>
              <a:stCxn id="5" idx="3"/>
              <a:endCxn id="110" idx="1"/>
            </p:cNvCxnSpPr>
            <p:nvPr/>
          </p:nvCxnSpPr>
          <p:spPr>
            <a:xfrm>
              <a:off x="10093" y="8251"/>
              <a:ext cx="5679" cy="2055"/>
            </a:xfrm>
            <a:prstGeom prst="bentConnector3">
              <a:avLst>
                <a:gd name="adj1" fmla="val 5000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59" name="肘形连接符 158"/>
            <p:cNvCxnSpPr>
              <a:stCxn id="11" idx="3"/>
              <a:endCxn id="112" idx="1"/>
            </p:cNvCxnSpPr>
            <p:nvPr/>
          </p:nvCxnSpPr>
          <p:spPr>
            <a:xfrm flipV="1">
              <a:off x="10093" y="11805"/>
              <a:ext cx="5679" cy="625"/>
            </a:xfrm>
            <a:prstGeom prst="bentConnector3">
              <a:avLst>
                <a:gd name="adj1" fmla="val 5000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1" name="肘形连接符 180"/>
            <p:cNvCxnSpPr>
              <a:stCxn id="111" idx="3"/>
              <a:endCxn id="187" idx="1"/>
            </p:cNvCxnSpPr>
            <p:nvPr/>
          </p:nvCxnSpPr>
          <p:spPr>
            <a:xfrm>
              <a:off x="23194" y="10306"/>
              <a:ext cx="8287" cy="3963"/>
            </a:xfrm>
            <a:prstGeom prst="bentConnector3">
              <a:avLst>
                <a:gd name="adj1" fmla="val 50006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82" name="肘形连接符 181"/>
            <p:cNvCxnSpPr>
              <a:stCxn id="116" idx="3"/>
              <a:endCxn id="188" idx="1"/>
            </p:cNvCxnSpPr>
            <p:nvPr/>
          </p:nvCxnSpPr>
          <p:spPr>
            <a:xfrm flipV="1">
              <a:off x="23191" y="15975"/>
              <a:ext cx="8290" cy="2564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85" name="文本框 184"/>
            <p:cNvSpPr txBox="1"/>
            <p:nvPr/>
          </p:nvSpPr>
          <p:spPr>
            <a:xfrm>
              <a:off x="30130" y="11056"/>
              <a:ext cx="10636" cy="1802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四强晋级队伍</a:t>
              </a:r>
              <a:r>
                <a:rPr lang="en-US" altLang="zh-CN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r>
                <a:rPr lang="zh-CN" altLang="en-US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上</a:t>
              </a:r>
              <a:r>
                <a:rPr lang="zh-CN" altLang="en-US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半区</a:t>
              </a:r>
              <a:endParaRPr lang="zh-CN" altLang="en-US" sz="45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86" name="矩形 185"/>
            <p:cNvSpPr/>
            <p:nvPr/>
          </p:nvSpPr>
          <p:spPr>
            <a:xfrm>
              <a:off x="30130" y="12858"/>
              <a:ext cx="10636" cy="483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560"/>
            </a:p>
          </p:txBody>
        </p:sp>
        <p:sp>
          <p:nvSpPr>
            <p:cNvPr id="187" name="矩形 186"/>
            <p:cNvSpPr/>
            <p:nvPr/>
          </p:nvSpPr>
          <p:spPr>
            <a:xfrm>
              <a:off x="31481" y="13416"/>
              <a:ext cx="6967" cy="170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4550" b="1">
                  <a:solidFill>
                    <a:schemeClr val="tx1"/>
                  </a:solidFill>
                </a:rPr>
                <a:t>待定</a:t>
              </a:r>
              <a:endParaRPr lang="en-US" altLang="zh-CN" sz="4550" b="1">
                <a:solidFill>
                  <a:schemeClr val="tx1"/>
                </a:solidFill>
              </a:endParaRPr>
            </a:p>
          </p:txBody>
        </p:sp>
        <p:sp>
          <p:nvSpPr>
            <p:cNvPr id="188" name="矩形 187"/>
            <p:cNvSpPr/>
            <p:nvPr/>
          </p:nvSpPr>
          <p:spPr>
            <a:xfrm>
              <a:off x="31481" y="15122"/>
              <a:ext cx="6967" cy="170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4550" b="1">
                  <a:solidFill>
                    <a:schemeClr val="tx1"/>
                  </a:solidFill>
                </a:rPr>
                <a:t>待定</a:t>
              </a:r>
              <a:endParaRPr lang="en-US" altLang="zh-CN" sz="4550" b="1">
                <a:solidFill>
                  <a:schemeClr val="tx1"/>
                </a:solidFill>
              </a:endParaRPr>
            </a:p>
          </p:txBody>
        </p:sp>
        <p:grpSp>
          <p:nvGrpSpPr>
            <p:cNvPr id="200" name="组合 199"/>
            <p:cNvGrpSpPr/>
            <p:nvPr/>
          </p:nvGrpSpPr>
          <p:grpSpPr>
            <a:xfrm rot="0">
              <a:off x="2671" y="25228"/>
              <a:ext cx="7420" cy="3238"/>
              <a:chOff x="431" y="349"/>
              <a:chExt cx="3918" cy="1789"/>
            </a:xfrm>
          </p:grpSpPr>
          <p:sp>
            <p:nvSpPr>
              <p:cNvPr id="201" name="矩形 200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飞行淇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(C1)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800" b="1">
                    <a:solidFill>
                      <a:schemeClr val="tx1"/>
                    </a:solidFill>
                  </a:rPr>
                  <a:t>WBD(B4)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205" name="组合 204"/>
            <p:cNvGrpSpPr/>
            <p:nvPr/>
          </p:nvGrpSpPr>
          <p:grpSpPr>
            <a:xfrm rot="0">
              <a:off x="2671" y="29743"/>
              <a:ext cx="7420" cy="3238"/>
              <a:chOff x="431" y="349"/>
              <a:chExt cx="3918" cy="1789"/>
            </a:xfrm>
          </p:grpSpPr>
          <p:sp>
            <p:nvSpPr>
              <p:cNvPr id="206" name="矩形 205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大董无敌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(A2)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卡了电竞魔王护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(D3)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210" name="组合 209"/>
            <p:cNvGrpSpPr/>
            <p:nvPr/>
          </p:nvGrpSpPr>
          <p:grpSpPr>
            <a:xfrm rot="0">
              <a:off x="2671" y="34258"/>
              <a:ext cx="7420" cy="3238"/>
              <a:chOff x="431" y="349"/>
              <a:chExt cx="3918" cy="1789"/>
            </a:xfrm>
          </p:grpSpPr>
          <p:sp>
            <p:nvSpPr>
              <p:cNvPr id="211" name="矩形 210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2800" b="1">
                    <a:solidFill>
                      <a:schemeClr val="tx1"/>
                    </a:solidFill>
                  </a:rPr>
                  <a:t>V</a:t>
                </a:r>
                <a:r>
                  <a:rPr lang="zh-CN" altLang="en-US" sz="2800" b="1">
                    <a:solidFill>
                      <a:schemeClr val="tx1"/>
                    </a:solidFill>
                  </a:rPr>
                  <a:t>超甜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(B1)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皮划艇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(C4)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4" name="矩形 213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215" name="组合 214"/>
            <p:cNvGrpSpPr/>
            <p:nvPr/>
          </p:nvGrpSpPr>
          <p:grpSpPr>
            <a:xfrm rot="0">
              <a:off x="2671" y="38773"/>
              <a:ext cx="7420" cy="3238"/>
              <a:chOff x="431" y="349"/>
              <a:chExt cx="3918" cy="1789"/>
            </a:xfrm>
          </p:grpSpPr>
          <p:sp>
            <p:nvSpPr>
              <p:cNvPr id="216" name="矩形 215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陀螺队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(D2)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2800" b="1">
                    <a:solidFill>
                      <a:schemeClr val="tx1"/>
                    </a:solidFill>
                  </a:rPr>
                  <a:t>快乐星球</a:t>
                </a:r>
                <a:r>
                  <a:rPr lang="en-US" altLang="zh-CN" sz="2800" b="1">
                    <a:solidFill>
                      <a:schemeClr val="tx1"/>
                    </a:solidFill>
                  </a:rPr>
                  <a:t>V12(A3)</a:t>
                </a:r>
                <a:endParaRPr lang="en-US" altLang="zh-CN" sz="280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19" name="矩形 218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2800" b="1">
                    <a:solidFill>
                      <a:srgbClr val="0070C0"/>
                    </a:solidFill>
                  </a:rPr>
                  <a:t>/</a:t>
                </a:r>
                <a:endParaRPr lang="en-US" sz="2800" b="1">
                  <a:solidFill>
                    <a:srgbClr val="0070C0"/>
                  </a:solidFill>
                </a:endParaRPr>
              </a:p>
            </p:txBody>
          </p:sp>
        </p:grpSp>
        <p:sp>
          <p:nvSpPr>
            <p:cNvPr id="220" name="矩形 219"/>
            <p:cNvSpPr/>
            <p:nvPr/>
          </p:nvSpPr>
          <p:spPr>
            <a:xfrm>
              <a:off x="1787" y="24304"/>
              <a:ext cx="40808" cy="1843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560"/>
            </a:p>
          </p:txBody>
        </p:sp>
        <p:grpSp>
          <p:nvGrpSpPr>
            <p:cNvPr id="221" name="组合 220"/>
            <p:cNvGrpSpPr/>
            <p:nvPr/>
          </p:nvGrpSpPr>
          <p:grpSpPr>
            <a:xfrm rot="0">
              <a:off x="15772" y="27448"/>
              <a:ext cx="7420" cy="3238"/>
              <a:chOff x="431" y="349"/>
              <a:chExt cx="3918" cy="1789"/>
            </a:xfrm>
          </p:grpSpPr>
          <p:sp>
            <p:nvSpPr>
              <p:cNvPr id="222" name="矩形 221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3" name="矩形 222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4550" b="1">
                    <a:solidFill>
                      <a:srgbClr val="0070C0"/>
                    </a:solidFill>
                  </a:rPr>
                  <a:t>/</a:t>
                </a:r>
                <a:endParaRPr lang="en-US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5" name="矩形 224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4550" b="1">
                    <a:solidFill>
                      <a:srgbClr val="0070C0"/>
                    </a:solidFill>
                  </a:rPr>
                  <a:t>/</a:t>
                </a:r>
                <a:endParaRPr lang="en-US" sz="4550" b="1">
                  <a:solidFill>
                    <a:srgbClr val="0070C0"/>
                  </a:solidFill>
                </a:endParaRPr>
              </a:p>
            </p:txBody>
          </p:sp>
        </p:grpSp>
        <p:grpSp>
          <p:nvGrpSpPr>
            <p:cNvPr id="226" name="组合 225"/>
            <p:cNvGrpSpPr/>
            <p:nvPr/>
          </p:nvGrpSpPr>
          <p:grpSpPr>
            <a:xfrm rot="0">
              <a:off x="15769" y="36342"/>
              <a:ext cx="7420" cy="3238"/>
              <a:chOff x="431" y="349"/>
              <a:chExt cx="3918" cy="1789"/>
            </a:xfrm>
          </p:grpSpPr>
          <p:sp>
            <p:nvSpPr>
              <p:cNvPr id="227" name="矩形 226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8" name="矩形 227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4550" b="1">
                    <a:solidFill>
                      <a:srgbClr val="0070C0"/>
                    </a:solidFill>
                  </a:rPr>
                  <a:t>/</a:t>
                </a:r>
                <a:endParaRPr lang="en-US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29" name="矩形 228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30" name="矩形 229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4550" b="1">
                    <a:solidFill>
                      <a:srgbClr val="0070C0"/>
                    </a:solidFill>
                  </a:rPr>
                  <a:t>/</a:t>
                </a:r>
                <a:endParaRPr lang="en-US" sz="4550" b="1">
                  <a:solidFill>
                    <a:srgbClr val="0070C0"/>
                  </a:solidFill>
                </a:endParaRPr>
              </a:p>
            </p:txBody>
          </p:sp>
        </p:grpSp>
        <p:cxnSp>
          <p:nvCxnSpPr>
            <p:cNvPr id="231" name="肘形连接符 230"/>
            <p:cNvCxnSpPr>
              <a:stCxn id="217" idx="3"/>
              <a:endCxn id="229" idx="1"/>
            </p:cNvCxnSpPr>
            <p:nvPr/>
          </p:nvCxnSpPr>
          <p:spPr>
            <a:xfrm flipV="1">
              <a:off x="10093" y="38773"/>
              <a:ext cx="5676" cy="810"/>
            </a:xfrm>
            <a:prstGeom prst="bentConnector3">
              <a:avLst>
                <a:gd name="adj1" fmla="val 50000"/>
              </a:avLst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2" name="肘形连接符 231"/>
            <p:cNvCxnSpPr>
              <a:stCxn id="212" idx="3"/>
              <a:endCxn id="227" idx="1"/>
            </p:cNvCxnSpPr>
            <p:nvPr/>
          </p:nvCxnSpPr>
          <p:spPr>
            <a:xfrm>
              <a:off x="10093" y="35068"/>
              <a:ext cx="5676" cy="2085"/>
            </a:xfrm>
            <a:prstGeom prst="bentConnector3">
              <a:avLst>
                <a:gd name="adj1" fmla="val 50000"/>
              </a:avLst>
            </a:prstGeom>
            <a:ln w="412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3" name="肘形连接符 232"/>
            <p:cNvCxnSpPr>
              <a:stCxn id="202" idx="3"/>
              <a:endCxn id="222" idx="1"/>
            </p:cNvCxnSpPr>
            <p:nvPr/>
          </p:nvCxnSpPr>
          <p:spPr>
            <a:xfrm>
              <a:off x="10093" y="26038"/>
              <a:ext cx="5679" cy="2220"/>
            </a:xfrm>
            <a:prstGeom prst="bentConnector3">
              <a:avLst>
                <a:gd name="adj1" fmla="val 5000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4" name="肘形连接符 233"/>
            <p:cNvCxnSpPr>
              <a:stCxn id="207" idx="3"/>
              <a:endCxn id="224" idx="1"/>
            </p:cNvCxnSpPr>
            <p:nvPr/>
          </p:nvCxnSpPr>
          <p:spPr>
            <a:xfrm flipV="1">
              <a:off x="10093" y="29878"/>
              <a:ext cx="5679" cy="676"/>
            </a:xfrm>
            <a:prstGeom prst="bentConnector3">
              <a:avLst>
                <a:gd name="adj1" fmla="val 50009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5" name="肘形连接符 234"/>
            <p:cNvCxnSpPr>
              <a:stCxn id="223" idx="3"/>
              <a:endCxn id="239" idx="1"/>
            </p:cNvCxnSpPr>
            <p:nvPr/>
          </p:nvCxnSpPr>
          <p:spPr>
            <a:xfrm>
              <a:off x="23194" y="28258"/>
              <a:ext cx="8287" cy="4282"/>
            </a:xfrm>
            <a:prstGeom prst="bentConnector3">
              <a:avLst>
                <a:gd name="adj1" fmla="val 50006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6" name="肘形连接符 235"/>
            <p:cNvCxnSpPr>
              <a:stCxn id="228" idx="3"/>
              <a:endCxn id="240" idx="1"/>
            </p:cNvCxnSpPr>
            <p:nvPr/>
          </p:nvCxnSpPr>
          <p:spPr>
            <a:xfrm flipV="1">
              <a:off x="23191" y="34383"/>
              <a:ext cx="8290" cy="2769"/>
            </a:xfrm>
            <a:prstGeom prst="bentConnector3">
              <a:avLst>
                <a:gd name="adj1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37" name="文本框 236"/>
            <p:cNvSpPr txBox="1"/>
            <p:nvPr/>
          </p:nvSpPr>
          <p:spPr>
            <a:xfrm>
              <a:off x="30130" y="29068"/>
              <a:ext cx="10636" cy="194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四强晋级队伍</a:t>
              </a:r>
              <a:r>
                <a:rPr lang="en-US" altLang="zh-CN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-</a:t>
              </a:r>
              <a:r>
                <a:rPr lang="zh-CN" altLang="en-US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下半区</a:t>
              </a:r>
              <a:endParaRPr lang="zh-CN" altLang="en-US" sz="45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8" name="矩形 237"/>
            <p:cNvSpPr/>
            <p:nvPr/>
          </p:nvSpPr>
          <p:spPr>
            <a:xfrm>
              <a:off x="30130" y="31015"/>
              <a:ext cx="10636" cy="522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560"/>
            </a:p>
          </p:txBody>
        </p:sp>
        <p:sp>
          <p:nvSpPr>
            <p:cNvPr id="239" name="矩形 238"/>
            <p:cNvSpPr/>
            <p:nvPr/>
          </p:nvSpPr>
          <p:spPr>
            <a:xfrm>
              <a:off x="31481" y="31618"/>
              <a:ext cx="6967" cy="184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4550" b="1">
                  <a:solidFill>
                    <a:schemeClr val="tx1"/>
                  </a:solidFill>
                </a:rPr>
                <a:t>待定</a:t>
              </a:r>
              <a:endParaRPr lang="en-US" altLang="zh-CN" sz="4550" b="1">
                <a:solidFill>
                  <a:schemeClr val="tx1"/>
                </a:solidFill>
              </a:endParaRPr>
            </a:p>
          </p:txBody>
        </p:sp>
        <p:sp>
          <p:nvSpPr>
            <p:cNvPr id="240" name="矩形 239"/>
            <p:cNvSpPr/>
            <p:nvPr/>
          </p:nvSpPr>
          <p:spPr>
            <a:xfrm>
              <a:off x="31481" y="33461"/>
              <a:ext cx="6967" cy="1843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4550" b="1">
                  <a:solidFill>
                    <a:schemeClr val="tx1"/>
                  </a:solidFill>
                </a:rPr>
                <a:t>待定</a:t>
              </a:r>
              <a:endParaRPr lang="en-US" altLang="zh-CN" sz="4550" b="1">
                <a:solidFill>
                  <a:schemeClr val="tx1"/>
                </a:solidFill>
              </a:endParaRPr>
            </a:p>
          </p:txBody>
        </p:sp>
        <p:sp>
          <p:nvSpPr>
            <p:cNvPr id="241" name="文本框 240"/>
            <p:cNvSpPr txBox="1"/>
            <p:nvPr/>
          </p:nvSpPr>
          <p:spPr>
            <a:xfrm>
              <a:off x="1787" y="4166"/>
              <a:ext cx="40809" cy="248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16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</a:t>
              </a:r>
              <a:r>
                <a:rPr lang="en-US" altLang="zh-CN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淘汰赛</a:t>
              </a:r>
              <a:endParaRPr lang="zh-CN" altLang="en-US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2" name="文本框 241"/>
            <p:cNvSpPr txBox="1"/>
            <p:nvPr/>
          </p:nvSpPr>
          <p:spPr>
            <a:xfrm>
              <a:off x="44114" y="4166"/>
              <a:ext cx="33945" cy="2480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强淘汰赛</a:t>
              </a:r>
              <a:endParaRPr lang="zh-CN" altLang="en-US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3" name="矩形 242"/>
            <p:cNvSpPr/>
            <p:nvPr/>
          </p:nvSpPr>
          <p:spPr>
            <a:xfrm>
              <a:off x="44114" y="6682"/>
              <a:ext cx="33945" cy="36052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560"/>
            </a:p>
          </p:txBody>
        </p:sp>
        <p:sp>
          <p:nvSpPr>
            <p:cNvPr id="245" name="文本框 244"/>
            <p:cNvSpPr txBox="1"/>
            <p:nvPr/>
          </p:nvSpPr>
          <p:spPr>
            <a:xfrm>
              <a:off x="45282" y="10856"/>
              <a:ext cx="13377" cy="377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</a:t>
              </a:r>
              <a:r>
                <a:rPr lang="zh-CN" altLang="en-US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一轮</a:t>
              </a:r>
              <a:r>
                <a:rPr lang="en-US" altLang="zh-CN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(1-0</a:t>
              </a:r>
              <a:r>
                <a:rPr lang="zh-CN" altLang="en-US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分组</a:t>
              </a:r>
              <a:r>
                <a:rPr lang="en-US" altLang="zh-CN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)</a:t>
              </a:r>
              <a:endParaRPr lang="en-US" altLang="zh-CN" sz="455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6" name="矩形 245"/>
            <p:cNvSpPr/>
            <p:nvPr/>
          </p:nvSpPr>
          <p:spPr>
            <a:xfrm>
              <a:off x="45282" y="14630"/>
              <a:ext cx="13377" cy="9501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2560"/>
            </a:p>
          </p:txBody>
        </p:sp>
        <p:grpSp>
          <p:nvGrpSpPr>
            <p:cNvPr id="247" name="组合 246"/>
            <p:cNvGrpSpPr/>
            <p:nvPr/>
          </p:nvGrpSpPr>
          <p:grpSpPr>
            <a:xfrm rot="0">
              <a:off x="46836" y="15799"/>
              <a:ext cx="10271" cy="7140"/>
              <a:chOff x="431" y="349"/>
              <a:chExt cx="3918" cy="1789"/>
            </a:xfrm>
          </p:grpSpPr>
          <p:sp>
            <p:nvSpPr>
              <p:cNvPr id="248" name="矩形 247"/>
              <p:cNvSpPr/>
              <p:nvPr/>
            </p:nvSpPr>
            <p:spPr>
              <a:xfrm>
                <a:off x="431" y="349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  <a:sym typeface="+mn-ea"/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49" name="矩形 248"/>
              <p:cNvSpPr/>
              <p:nvPr/>
            </p:nvSpPr>
            <p:spPr>
              <a:xfrm>
                <a:off x="3633" y="349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4550" b="1">
                    <a:solidFill>
                      <a:srgbClr val="0070C0"/>
                    </a:solidFill>
                  </a:rPr>
                  <a:t>/</a:t>
                </a:r>
                <a:endParaRPr lang="en-US" sz="4550" b="1">
                  <a:solidFill>
                    <a:srgbClr val="0070C0"/>
                  </a:solidFill>
                </a:endParaRPr>
              </a:p>
            </p:txBody>
          </p:sp>
          <p:sp>
            <p:nvSpPr>
              <p:cNvPr id="250" name="矩形 249"/>
              <p:cNvSpPr/>
              <p:nvPr/>
            </p:nvSpPr>
            <p:spPr>
              <a:xfrm>
                <a:off x="431" y="1244"/>
                <a:ext cx="3202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zh-CN" altLang="en-US" sz="4550" b="1">
                    <a:solidFill>
                      <a:schemeClr val="tx1"/>
                    </a:solidFill>
                    <a:sym typeface="+mn-ea"/>
                  </a:rPr>
                  <a:t>待定</a:t>
                </a:r>
                <a:endParaRPr lang="en-US" altLang="zh-CN" sz="4550" b="1">
                  <a:solidFill>
                    <a:schemeClr val="tx1"/>
                  </a:solidFill>
                </a:endParaRPr>
              </a:p>
            </p:txBody>
          </p:sp>
          <p:sp>
            <p:nvSpPr>
              <p:cNvPr id="251" name="矩形 250"/>
              <p:cNvSpPr/>
              <p:nvPr/>
            </p:nvSpPr>
            <p:spPr>
              <a:xfrm>
                <a:off x="3633" y="1244"/>
                <a:ext cx="717" cy="89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sz="4550" b="1">
                    <a:solidFill>
                      <a:srgbClr val="0070C0"/>
                    </a:solidFill>
                  </a:rPr>
                  <a:t>/</a:t>
                </a:r>
                <a:endParaRPr lang="en-US" sz="4550" b="1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2" name="组合 251"/>
            <p:cNvGrpSpPr/>
            <p:nvPr/>
          </p:nvGrpSpPr>
          <p:grpSpPr>
            <a:xfrm rot="0">
              <a:off x="45282" y="25498"/>
              <a:ext cx="13376" cy="13275"/>
              <a:chOff x="53765" y="17173"/>
              <a:chExt cx="9664" cy="5572"/>
            </a:xfrm>
          </p:grpSpPr>
          <p:sp>
            <p:nvSpPr>
              <p:cNvPr id="253" name="文本框 252"/>
              <p:cNvSpPr txBox="1"/>
              <p:nvPr/>
            </p:nvSpPr>
            <p:spPr>
              <a:xfrm>
                <a:off x="53765" y="17173"/>
                <a:ext cx="9665" cy="158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</a:t>
                </a:r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一轮</a:t>
                </a:r>
                <a:r>
                  <a: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(0-1</a:t>
                </a:r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分组</a:t>
                </a:r>
                <a:r>
                  <a: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)</a:t>
                </a:r>
                <a:endParaRPr lang="en-US" altLang="zh-CN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54" name="矩形 253"/>
              <p:cNvSpPr/>
              <p:nvPr/>
            </p:nvSpPr>
            <p:spPr>
              <a:xfrm>
                <a:off x="53765" y="18757"/>
                <a:ext cx="9665" cy="3988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560"/>
              </a:p>
            </p:txBody>
          </p:sp>
          <p:grpSp>
            <p:nvGrpSpPr>
              <p:cNvPr id="255" name="组合 254"/>
              <p:cNvGrpSpPr/>
              <p:nvPr/>
            </p:nvGrpSpPr>
            <p:grpSpPr>
              <a:xfrm rot="0">
                <a:off x="54888" y="19247"/>
                <a:ext cx="7420" cy="2997"/>
                <a:chOff x="431" y="349"/>
                <a:chExt cx="3918" cy="1789"/>
              </a:xfrm>
            </p:grpSpPr>
            <p:sp>
              <p:nvSpPr>
                <p:cNvPr id="256" name="矩形 255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en-US" altLang="zh-CN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7" name="矩形 256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/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258" name="矩形 257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r>
                    <a:rPr lang="en-US" altLang="zh-CN" sz="4550" b="1">
                      <a:solidFill>
                        <a:schemeClr val="tx1"/>
                      </a:solidFill>
                    </a:rPr>
                    <a:t>(</a:t>
                  </a:r>
                  <a:r>
                    <a:rPr lang="zh-CN" altLang="en-US" sz="4550" b="1">
                      <a:solidFill>
                        <a:schemeClr val="tx1"/>
                      </a:solidFill>
                    </a:rPr>
                    <a:t>殿军</a:t>
                  </a:r>
                  <a:r>
                    <a:rPr lang="en-US" altLang="zh-CN" sz="4550" b="1">
                      <a:solidFill>
                        <a:schemeClr val="tx1"/>
                      </a:solidFill>
                    </a:rPr>
                    <a:t>)</a:t>
                  </a:r>
                  <a:endParaRPr lang="zh-CN" alt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59" name="矩形 258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/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60" name="组合 259"/>
            <p:cNvGrpSpPr/>
            <p:nvPr/>
          </p:nvGrpSpPr>
          <p:grpSpPr>
            <a:xfrm rot="0">
              <a:off x="60151" y="25498"/>
              <a:ext cx="15871" cy="13275"/>
              <a:chOff x="53765" y="17173"/>
              <a:chExt cx="9664" cy="5572"/>
            </a:xfrm>
          </p:grpSpPr>
          <p:sp>
            <p:nvSpPr>
              <p:cNvPr id="261" name="文本框 260"/>
              <p:cNvSpPr txBox="1"/>
              <p:nvPr/>
            </p:nvSpPr>
            <p:spPr>
              <a:xfrm>
                <a:off x="53765" y="17173"/>
                <a:ext cx="9665" cy="158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第</a:t>
                </a:r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二轮</a:t>
                </a:r>
                <a:r>
                  <a: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(1-1</a:t>
                </a:r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分组</a:t>
                </a:r>
                <a:r>
                  <a:rPr lang="en-US" altLang="zh-CN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)</a:t>
                </a:r>
                <a:endParaRPr lang="en-US" altLang="zh-CN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62" name="矩形 261"/>
              <p:cNvSpPr/>
              <p:nvPr/>
            </p:nvSpPr>
            <p:spPr>
              <a:xfrm>
                <a:off x="53765" y="18757"/>
                <a:ext cx="9665" cy="398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560"/>
              </a:p>
            </p:txBody>
          </p:sp>
          <p:grpSp>
            <p:nvGrpSpPr>
              <p:cNvPr id="263" name="组合 262"/>
              <p:cNvGrpSpPr/>
              <p:nvPr/>
            </p:nvGrpSpPr>
            <p:grpSpPr>
              <a:xfrm rot="0">
                <a:off x="54888" y="19247"/>
                <a:ext cx="7420" cy="2997"/>
                <a:chOff x="431" y="349"/>
                <a:chExt cx="3918" cy="1789"/>
              </a:xfrm>
            </p:grpSpPr>
            <p:sp>
              <p:nvSpPr>
                <p:cNvPr id="264" name="矩形 263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</a:rPr>
                    <a:t>待定</a:t>
                  </a:r>
                  <a:endParaRPr lang="zh-CN" alt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65" name="矩形 264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/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266" name="矩形 265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  <a:sym typeface="+mn-ea"/>
                    </a:rPr>
                    <a:t>待定</a:t>
                  </a:r>
                  <a:r>
                    <a:rPr lang="en-US" altLang="zh-CN" sz="4550" b="1">
                      <a:solidFill>
                        <a:schemeClr val="tx1"/>
                      </a:solidFill>
                    </a:rPr>
                    <a:t>(</a:t>
                  </a:r>
                  <a:r>
                    <a:rPr lang="zh-CN" altLang="en-US" sz="4550" b="1">
                      <a:solidFill>
                        <a:schemeClr val="tx1"/>
                      </a:solidFill>
                    </a:rPr>
                    <a:t>季军</a:t>
                  </a:r>
                  <a:r>
                    <a:rPr lang="en-US" altLang="zh-CN" sz="4550" b="1">
                      <a:solidFill>
                        <a:schemeClr val="tx1"/>
                      </a:solidFill>
                    </a:rPr>
                    <a:t>)</a:t>
                  </a:r>
                  <a:r>
                    <a:rPr lang="zh-CN" altLang="en-US" sz="4550" b="1">
                      <a:solidFill>
                        <a:schemeClr val="accent1"/>
                      </a:solidFill>
                    </a:rPr>
                    <a:t>🥉</a:t>
                  </a:r>
                  <a:endParaRPr lang="zh-CN" altLang="en-US" sz="4550" b="1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67" name="矩形 266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/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268" name="组合 267"/>
            <p:cNvGrpSpPr/>
            <p:nvPr/>
          </p:nvGrpSpPr>
          <p:grpSpPr>
            <a:xfrm rot="0">
              <a:off x="60153" y="10856"/>
              <a:ext cx="15867" cy="13275"/>
              <a:chOff x="53765" y="17173"/>
              <a:chExt cx="9664" cy="5572"/>
            </a:xfrm>
          </p:grpSpPr>
          <p:sp>
            <p:nvSpPr>
              <p:cNvPr id="269" name="文本框 268"/>
              <p:cNvSpPr txBox="1"/>
              <p:nvPr/>
            </p:nvSpPr>
            <p:spPr>
              <a:xfrm>
                <a:off x="53765" y="17173"/>
                <a:ext cx="9665" cy="1584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</p:spPr>
            <p:txBody>
              <a:bodyPr wrap="square" rtlCol="0" anchor="ctr" anchorCtr="0">
                <a:noAutofit/>
              </a:bodyPr>
              <a:p>
                <a:pPr algn="ctr"/>
                <a:r>
                  <a:rPr lang="zh-CN" altLang="en-US" sz="4550" b="1">
                    <a:solidFill>
                      <a:schemeClr val="accent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总决赛</a:t>
                </a:r>
                <a:endParaRPr lang="zh-CN" altLang="en-US" sz="455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70" name="矩形 269"/>
              <p:cNvSpPr/>
              <p:nvPr/>
            </p:nvSpPr>
            <p:spPr>
              <a:xfrm>
                <a:off x="53765" y="18757"/>
                <a:ext cx="9665" cy="3988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  <a:prstDash val="dash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560"/>
              </a:p>
            </p:txBody>
          </p:sp>
          <p:grpSp>
            <p:nvGrpSpPr>
              <p:cNvPr id="271" name="组合 270"/>
              <p:cNvGrpSpPr/>
              <p:nvPr/>
            </p:nvGrpSpPr>
            <p:grpSpPr>
              <a:xfrm rot="0">
                <a:off x="54888" y="19247"/>
                <a:ext cx="7420" cy="2997"/>
                <a:chOff x="431" y="349"/>
                <a:chExt cx="3918" cy="1789"/>
              </a:xfrm>
            </p:grpSpPr>
            <p:sp>
              <p:nvSpPr>
                <p:cNvPr id="272" name="矩形 271"/>
                <p:cNvSpPr/>
                <p:nvPr/>
              </p:nvSpPr>
              <p:spPr>
                <a:xfrm>
                  <a:off x="431" y="349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  <a:sym typeface="+mn-ea"/>
                    </a:rPr>
                    <a:t>待定</a:t>
                  </a:r>
                  <a:r>
                    <a:rPr lang="en-US" altLang="zh-CN" sz="4550" b="1">
                      <a:solidFill>
                        <a:schemeClr val="tx1"/>
                      </a:solidFill>
                    </a:rPr>
                    <a:t>(</a:t>
                  </a:r>
                  <a:r>
                    <a:rPr lang="zh-CN" altLang="en-US" sz="4550" b="1">
                      <a:solidFill>
                        <a:schemeClr val="tx1"/>
                      </a:solidFill>
                    </a:rPr>
                    <a:t>冠军</a:t>
                  </a:r>
                  <a:r>
                    <a:rPr lang="en-US" altLang="zh-CN" sz="4550" b="1">
                      <a:solidFill>
                        <a:schemeClr val="tx1"/>
                      </a:solidFill>
                    </a:rPr>
                    <a:t>)</a:t>
                  </a:r>
                  <a:r>
                    <a:rPr lang="zh-CN" altLang="en-US" sz="4550" b="1">
                      <a:solidFill>
                        <a:schemeClr val="tx1"/>
                      </a:solidFill>
                    </a:rPr>
                    <a:t>🏆</a:t>
                  </a:r>
                  <a:endParaRPr lang="zh-CN" altLang="en-US" sz="4550" b="1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73" name="矩形 272"/>
                <p:cNvSpPr/>
                <p:nvPr/>
              </p:nvSpPr>
              <p:spPr>
                <a:xfrm>
                  <a:off x="3633" y="349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/</a:t>
                  </a:r>
                  <a:endParaRPr lang="en-US" sz="4550" b="1">
                    <a:solidFill>
                      <a:srgbClr val="0070C0"/>
                    </a:solidFill>
                  </a:endParaRPr>
                </a:p>
              </p:txBody>
            </p:sp>
            <p:sp>
              <p:nvSpPr>
                <p:cNvPr id="274" name="矩形 273"/>
                <p:cNvSpPr/>
                <p:nvPr/>
              </p:nvSpPr>
              <p:spPr>
                <a:xfrm>
                  <a:off x="431" y="1244"/>
                  <a:ext cx="3202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zh-CN" altLang="en-US" sz="4550" b="1">
                      <a:solidFill>
                        <a:schemeClr val="tx1"/>
                      </a:solidFill>
                      <a:sym typeface="+mn-ea"/>
                    </a:rPr>
                    <a:t>待定</a:t>
                  </a:r>
                  <a:r>
                    <a:rPr lang="en-US" altLang="zh-CN" sz="4550" b="1">
                      <a:solidFill>
                        <a:schemeClr val="tx1"/>
                      </a:solidFill>
                    </a:rPr>
                    <a:t>(</a:t>
                  </a:r>
                  <a:r>
                    <a:rPr lang="zh-CN" altLang="en-US" sz="4550" b="1">
                      <a:solidFill>
                        <a:schemeClr val="tx1"/>
                      </a:solidFill>
                    </a:rPr>
                    <a:t>亚军</a:t>
                  </a:r>
                  <a:r>
                    <a:rPr lang="en-US" altLang="zh-CN" sz="4550" b="1">
                      <a:solidFill>
                        <a:schemeClr val="tx1"/>
                      </a:solidFill>
                    </a:rPr>
                    <a:t>)</a:t>
                  </a:r>
                  <a:r>
                    <a:rPr lang="zh-CN" altLang="en-US" sz="4550" b="1">
                      <a:solidFill>
                        <a:schemeClr val="accent1"/>
                      </a:solidFill>
                    </a:rPr>
                    <a:t>🥈</a:t>
                  </a:r>
                  <a:endParaRPr lang="zh-CN" altLang="en-US" sz="4550" b="1">
                    <a:solidFill>
                      <a:schemeClr val="accent1"/>
                    </a:solidFill>
                  </a:endParaRPr>
                </a:p>
              </p:txBody>
            </p:sp>
            <p:sp>
              <p:nvSpPr>
                <p:cNvPr id="275" name="矩形 274"/>
                <p:cNvSpPr/>
                <p:nvPr/>
              </p:nvSpPr>
              <p:spPr>
                <a:xfrm>
                  <a:off x="3633" y="1244"/>
                  <a:ext cx="717" cy="895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r>
                    <a:rPr lang="en-US" sz="4550" b="1">
                      <a:solidFill>
                        <a:srgbClr val="0070C0"/>
                      </a:solidFill>
                    </a:rPr>
                    <a:t>/</a:t>
                  </a:r>
                  <a:endParaRPr lang="en-US" sz="4550" b="1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2" name="矩形 1"/>
            <p:cNvSpPr/>
            <p:nvPr/>
          </p:nvSpPr>
          <p:spPr>
            <a:xfrm>
              <a:off x="38448" y="13416"/>
              <a:ext cx="1358" cy="17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4550" b="1">
                  <a:solidFill>
                    <a:srgbClr val="0070C0"/>
                  </a:solidFill>
                </a:rPr>
                <a:t>/</a:t>
              </a:r>
              <a:endParaRPr lang="en-US" sz="4550" b="1">
                <a:solidFill>
                  <a:schemeClr val="tx1"/>
                </a:solidFill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38448" y="15122"/>
              <a:ext cx="1358" cy="170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4550" b="1">
                  <a:solidFill>
                    <a:srgbClr val="0070C0"/>
                  </a:solidFill>
                </a:rPr>
                <a:t>/</a:t>
              </a:r>
              <a:endParaRPr lang="en-US" sz="4550" b="1">
                <a:solidFill>
                  <a:schemeClr val="tx1"/>
                </a:solidFill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38448" y="31618"/>
              <a:ext cx="1358" cy="18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4550" b="1">
                  <a:solidFill>
                    <a:srgbClr val="0070C0"/>
                  </a:solidFill>
                </a:rPr>
                <a:t>/</a:t>
              </a:r>
              <a:endParaRPr lang="en-US" sz="4550" b="1">
                <a:solidFill>
                  <a:schemeClr val="tx1"/>
                </a:solidFill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38448" y="33461"/>
              <a:ext cx="1358" cy="1843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4550" b="1">
                  <a:solidFill>
                    <a:srgbClr val="0070C0"/>
                  </a:solidFill>
                </a:rPr>
                <a:t>/</a:t>
              </a:r>
              <a:endParaRPr lang="en-US" sz="4550" b="1">
                <a:solidFill>
                  <a:schemeClr val="tx1"/>
                </a:solidFill>
              </a:endParaRPr>
            </a:p>
          </p:txBody>
        </p:sp>
        <p:sp>
          <p:nvSpPr>
            <p:cNvPr id="70" name="文本框 69"/>
            <p:cNvSpPr txBox="1"/>
            <p:nvPr/>
          </p:nvSpPr>
          <p:spPr>
            <a:xfrm>
              <a:off x="81408" y="9793"/>
              <a:ext cx="14589" cy="362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一轮</a:t>
              </a:r>
              <a:endParaRPr lang="en-US" altLang="zh-CN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81408" y="13416"/>
              <a:ext cx="14589" cy="2601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4400"/>
            </a:p>
          </p:txBody>
        </p:sp>
        <p:sp>
          <p:nvSpPr>
            <p:cNvPr id="73" name="矩形 72"/>
            <p:cNvSpPr/>
            <p:nvPr/>
          </p:nvSpPr>
          <p:spPr>
            <a:xfrm>
              <a:off x="83102" y="14539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5400" b="1">
                  <a:solidFill>
                    <a:schemeClr val="tx1"/>
                  </a:solidFill>
                </a:rPr>
                <a:t>麒麟队</a:t>
              </a:r>
              <a:r>
                <a:rPr lang="en-US" altLang="zh-CN" sz="5400" b="1">
                  <a:solidFill>
                    <a:schemeClr val="tx1"/>
                  </a:solidFill>
                </a:rPr>
                <a:t>(C6)</a:t>
              </a:r>
              <a:endParaRPr lang="en-US" altLang="zh-CN" sz="5400" b="1">
                <a:solidFill>
                  <a:schemeClr val="tx1"/>
                </a:solidFill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92255" y="14539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83102" y="17969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5400" b="1">
                  <a:solidFill>
                    <a:schemeClr val="tx1"/>
                  </a:solidFill>
                </a:rPr>
                <a:t>AUV(C5)</a:t>
              </a:r>
              <a:endParaRPr lang="en-US" altLang="zh-CN" sz="5400" b="1">
                <a:solidFill>
                  <a:schemeClr val="tx1"/>
                </a:solidFill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92255" y="17969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83105" y="22718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5400" b="1">
                  <a:solidFill>
                    <a:schemeClr val="tx1"/>
                  </a:solidFill>
                </a:rPr>
                <a:t>哈基米</a:t>
              </a:r>
              <a:r>
                <a:rPr lang="en-US" altLang="zh-CN" sz="5400" b="1">
                  <a:solidFill>
                    <a:schemeClr val="tx1"/>
                  </a:solidFill>
                </a:rPr>
                <a:t>(A6)</a:t>
              </a:r>
              <a:endParaRPr lang="en-US" altLang="zh-CN" sz="5400" b="1">
                <a:solidFill>
                  <a:schemeClr val="tx1"/>
                </a:solidFill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92258" y="22718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83105" y="26148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5400" b="1">
                  <a:solidFill>
                    <a:schemeClr val="tx1"/>
                  </a:solidFill>
                </a:rPr>
                <a:t>拉扯一下别急</a:t>
              </a:r>
              <a:r>
                <a:rPr lang="en-US" altLang="zh-CN" sz="5400" b="1">
                  <a:solidFill>
                    <a:schemeClr val="tx1"/>
                  </a:solidFill>
                </a:rPr>
                <a:t>(D6)</a:t>
              </a:r>
              <a:endParaRPr lang="en-US" altLang="zh-CN" sz="5400" b="1">
                <a:solidFill>
                  <a:schemeClr val="tx1"/>
                </a:solidFill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92258" y="26148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83108" y="31368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5400" b="1">
                  <a:solidFill>
                    <a:schemeClr val="tx1"/>
                  </a:solidFill>
                </a:rPr>
                <a:t>神将杯冠军</a:t>
              </a:r>
              <a:r>
                <a:rPr lang="en-US" altLang="zh-CN" sz="5400" b="1">
                  <a:solidFill>
                    <a:schemeClr val="tx1"/>
                  </a:solidFill>
                </a:rPr>
                <a:t>(D5)</a:t>
              </a:r>
              <a:endParaRPr lang="en-US" altLang="zh-CN" sz="5400" b="1">
                <a:solidFill>
                  <a:schemeClr val="tx1"/>
                </a:solidFill>
              </a:endParaRPr>
            </a:p>
          </p:txBody>
        </p:sp>
        <p:sp>
          <p:nvSpPr>
            <p:cNvPr id="34" name="矩形 33"/>
            <p:cNvSpPr/>
            <p:nvPr/>
          </p:nvSpPr>
          <p:spPr>
            <a:xfrm>
              <a:off x="92261" y="31368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83108" y="34798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5400" b="1">
                  <a:solidFill>
                    <a:schemeClr val="tx1"/>
                  </a:solidFill>
                </a:rPr>
                <a:t>无敌暴龙战士</a:t>
              </a:r>
              <a:r>
                <a:rPr lang="en-US" altLang="zh-CN" sz="5400" b="1">
                  <a:solidFill>
                    <a:schemeClr val="tx1"/>
                  </a:solidFill>
                </a:rPr>
                <a:t>(A5)</a:t>
              </a:r>
              <a:endParaRPr lang="en-US" altLang="zh-CN" sz="5400" b="1">
                <a:solidFill>
                  <a:schemeClr val="tx1"/>
                </a:solidFill>
              </a:endParaRPr>
            </a:p>
          </p:txBody>
        </p:sp>
        <p:sp>
          <p:nvSpPr>
            <p:cNvPr id="36" name="矩形 35"/>
            <p:cNvSpPr/>
            <p:nvPr/>
          </p:nvSpPr>
          <p:spPr>
            <a:xfrm>
              <a:off x="92261" y="34798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98949" y="9945"/>
              <a:ext cx="14589" cy="362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二轮</a:t>
              </a:r>
              <a:endParaRPr lang="en-US" altLang="zh-CN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矩形 39"/>
            <p:cNvSpPr/>
            <p:nvPr/>
          </p:nvSpPr>
          <p:spPr>
            <a:xfrm>
              <a:off x="98949" y="13568"/>
              <a:ext cx="14589" cy="2601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4400"/>
            </a:p>
          </p:txBody>
        </p:sp>
        <p:sp>
          <p:nvSpPr>
            <p:cNvPr id="42" name="矩形 41"/>
            <p:cNvSpPr/>
            <p:nvPr/>
          </p:nvSpPr>
          <p:spPr>
            <a:xfrm>
              <a:off x="100643" y="14691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09796" y="14691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100643" y="18121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09796" y="18121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100646" y="22870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109799" y="22870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100646" y="26300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109799" y="26300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100649" y="31520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109802" y="31520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100649" y="34950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109802" y="34950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16490" y="9945"/>
              <a:ext cx="14589" cy="3623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</p:spPr>
          <p:txBody>
            <a:bodyPr wrap="square" rtlCol="0" anchor="ctr" anchorCtr="0">
              <a:noAutofit/>
            </a:bodyPr>
            <a:p>
              <a:pPr algn="ctr"/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第</a:t>
              </a:r>
              <a:r>
                <a:rPr lang="zh-CN" altLang="en-US" sz="7200" b="1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三轮</a:t>
              </a:r>
              <a:endParaRPr lang="en-US" altLang="zh-CN" sz="7200" b="1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1" name="矩形 60"/>
            <p:cNvSpPr/>
            <p:nvPr/>
          </p:nvSpPr>
          <p:spPr>
            <a:xfrm>
              <a:off x="116490" y="13568"/>
              <a:ext cx="14589" cy="26014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4400"/>
            </a:p>
          </p:txBody>
        </p:sp>
        <p:sp>
          <p:nvSpPr>
            <p:cNvPr id="63" name="矩形 62"/>
            <p:cNvSpPr/>
            <p:nvPr/>
          </p:nvSpPr>
          <p:spPr>
            <a:xfrm>
              <a:off x="118184" y="14691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64" name="矩形 63"/>
            <p:cNvSpPr/>
            <p:nvPr/>
          </p:nvSpPr>
          <p:spPr>
            <a:xfrm>
              <a:off x="127337" y="14691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65" name="矩形 64"/>
            <p:cNvSpPr/>
            <p:nvPr/>
          </p:nvSpPr>
          <p:spPr>
            <a:xfrm>
              <a:off x="118184" y="18121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66" name="矩形 65"/>
            <p:cNvSpPr/>
            <p:nvPr/>
          </p:nvSpPr>
          <p:spPr>
            <a:xfrm>
              <a:off x="127337" y="18121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118187" y="22870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69" name="矩形 68"/>
            <p:cNvSpPr/>
            <p:nvPr/>
          </p:nvSpPr>
          <p:spPr>
            <a:xfrm>
              <a:off x="127340" y="22870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94" name="矩形 93"/>
            <p:cNvSpPr/>
            <p:nvPr/>
          </p:nvSpPr>
          <p:spPr>
            <a:xfrm>
              <a:off x="118187" y="26300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127340" y="26300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156" name="矩形 155"/>
            <p:cNvSpPr/>
            <p:nvPr/>
          </p:nvSpPr>
          <p:spPr>
            <a:xfrm>
              <a:off x="118190" y="31520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167" name="矩形 166"/>
            <p:cNvSpPr/>
            <p:nvPr/>
          </p:nvSpPr>
          <p:spPr>
            <a:xfrm>
              <a:off x="127343" y="31520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  <p:sp>
          <p:nvSpPr>
            <p:cNvPr id="168" name="矩形 167"/>
            <p:cNvSpPr/>
            <p:nvPr/>
          </p:nvSpPr>
          <p:spPr>
            <a:xfrm>
              <a:off x="118190" y="34950"/>
              <a:ext cx="9153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zh-CN" altLang="en-US" sz="7200" b="1">
                  <a:solidFill>
                    <a:schemeClr val="tx1"/>
                  </a:solidFill>
                </a:rPr>
                <a:t>待定</a:t>
              </a:r>
              <a:endParaRPr lang="zh-CN" altLang="en-US" sz="7200" b="1">
                <a:solidFill>
                  <a:schemeClr val="tx1"/>
                </a:solidFill>
              </a:endParaRPr>
            </a:p>
          </p:txBody>
        </p:sp>
        <p:sp>
          <p:nvSpPr>
            <p:cNvPr id="169" name="矩形 168"/>
            <p:cNvSpPr/>
            <p:nvPr/>
          </p:nvSpPr>
          <p:spPr>
            <a:xfrm>
              <a:off x="127343" y="34950"/>
              <a:ext cx="2050" cy="343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sz="7200" b="1">
                  <a:solidFill>
                    <a:srgbClr val="0070C0"/>
                  </a:solidFill>
                </a:rPr>
                <a:t>/</a:t>
              </a:r>
              <a:endParaRPr lang="en-US" sz="7200" b="1">
                <a:solidFill>
                  <a:srgbClr val="0070C0"/>
                </a:solidFill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448</Words>
  <Application>WPS 演示</Application>
  <PresentationFormat>宽屏</PresentationFormat>
  <Paragraphs>244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MS PGothic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Chadiy</cp:lastModifiedBy>
  <cp:revision>61</cp:revision>
  <dcterms:created xsi:type="dcterms:W3CDTF">2023-08-09T12:44:00Z</dcterms:created>
  <dcterms:modified xsi:type="dcterms:W3CDTF">2026-04-02T14:24:10Z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2052-12.1.0.25835</vt:lpwstr>
  </property>
  <property fmtid="{D5CDD505-2E9C-101B-9397-08002B2CF9AE}" pid="3" name="ICV">
    <vt:lpwstr>EC36D588B10B4BAFB362F4820491652F_12</vt:lpwstr>
  </property>
</Properties>
</file>