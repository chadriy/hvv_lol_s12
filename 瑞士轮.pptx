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</p:sldIdLst>
  <p:sldSz cx="51198780" cy="5119878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126" userDrawn="1">
          <p15:clr>
            <a:srgbClr val="A4A3A4"/>
          </p15:clr>
        </p15:guide>
        <p15:guide id="2" pos="1612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16126"/>
        <p:guide pos="1612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400210" y="8379767"/>
            <a:ext cx="38401259" cy="17826257"/>
          </a:xfrm>
        </p:spPr>
        <p:txBody>
          <a:bodyPr anchor="b"/>
          <a:lstStyle>
            <a:lvl1pPr algn="ctr">
              <a:defRPr sz="336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400210" y="26893472"/>
            <a:ext cx="38401259" cy="12362221"/>
          </a:xfrm>
        </p:spPr>
        <p:txBody>
          <a:bodyPr/>
          <a:lstStyle>
            <a:lvl1pPr marL="0" indent="0" algn="ctr">
              <a:buNone/>
              <a:defRPr sz="13440"/>
            </a:lvl1pPr>
            <a:lvl2pPr marL="2560320" indent="0" algn="ctr">
              <a:buNone/>
              <a:defRPr sz="11200"/>
            </a:lvl2pPr>
            <a:lvl3pPr marL="5120640" indent="0" algn="ctr">
              <a:buNone/>
              <a:defRPr sz="10085"/>
            </a:lvl3pPr>
            <a:lvl4pPr marL="7680960" indent="0" algn="ctr">
              <a:buNone/>
              <a:defRPr sz="8960"/>
            </a:lvl4pPr>
            <a:lvl5pPr marL="10239375" indent="0" algn="ctr">
              <a:buNone/>
              <a:defRPr sz="8960"/>
            </a:lvl5pPr>
            <a:lvl6pPr marL="12799695" indent="0" algn="ctr">
              <a:buNone/>
              <a:defRPr sz="8960"/>
            </a:lvl6pPr>
            <a:lvl7pPr marL="15360015" indent="0" algn="ctr">
              <a:buNone/>
              <a:defRPr sz="8960"/>
            </a:lvl7pPr>
            <a:lvl8pPr marL="17921605" indent="0" algn="ctr">
              <a:buNone/>
              <a:defRPr sz="8960"/>
            </a:lvl8pPr>
            <a:lvl9pPr marL="20481925" indent="0" algn="ctr">
              <a:buNone/>
              <a:defRPr sz="896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93448" y="12765215"/>
            <a:ext cx="44161447" cy="21299054"/>
          </a:xfrm>
        </p:spPr>
        <p:txBody>
          <a:bodyPr anchor="b"/>
          <a:lstStyle>
            <a:lvl1pPr>
              <a:defRPr sz="336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493448" y="34265767"/>
            <a:ext cx="44161447" cy="11200669"/>
          </a:xfrm>
        </p:spPr>
        <p:txBody>
          <a:bodyPr/>
          <a:lstStyle>
            <a:lvl1pPr marL="0" indent="0">
              <a:buNone/>
              <a:defRPr sz="13440">
                <a:solidFill>
                  <a:schemeClr val="tx1">
                    <a:tint val="75000"/>
                  </a:schemeClr>
                </a:solidFill>
              </a:defRPr>
            </a:lvl1pPr>
            <a:lvl2pPr marL="2560320" indent="0">
              <a:buNone/>
              <a:defRPr sz="11200">
                <a:solidFill>
                  <a:schemeClr val="tx1">
                    <a:tint val="75000"/>
                  </a:schemeClr>
                </a:solidFill>
              </a:defRPr>
            </a:lvl2pPr>
            <a:lvl3pPr marL="5120640" indent="0">
              <a:buNone/>
              <a:defRPr sz="10085">
                <a:solidFill>
                  <a:schemeClr val="tx1">
                    <a:tint val="75000"/>
                  </a:schemeClr>
                </a:solidFill>
              </a:defRPr>
            </a:lvl3pPr>
            <a:lvl4pPr marL="7680960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4pPr>
            <a:lvl5pPr marL="1023937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5pPr>
            <a:lvl6pPr marL="1279969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6pPr>
            <a:lvl7pPr marL="1536001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7pPr>
            <a:lvl8pPr marL="1792160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8pPr>
            <a:lvl9pPr marL="2048192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520115" y="13630449"/>
            <a:ext cx="21760713" cy="3248788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25920850" y="13630449"/>
            <a:ext cx="21760713" cy="3248788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2726090"/>
            <a:ext cx="44161447" cy="9896895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526784" y="12551869"/>
            <a:ext cx="21660708" cy="6151477"/>
          </a:xfrm>
        </p:spPr>
        <p:txBody>
          <a:bodyPr anchor="b"/>
          <a:lstStyle>
            <a:lvl1pPr marL="0" indent="0">
              <a:buNone/>
              <a:defRPr sz="13440" b="1"/>
            </a:lvl1pPr>
            <a:lvl2pPr marL="2560320" indent="0">
              <a:buNone/>
              <a:defRPr sz="11200" b="1"/>
            </a:lvl2pPr>
            <a:lvl3pPr marL="5120640" indent="0">
              <a:buNone/>
              <a:defRPr sz="10085" b="1"/>
            </a:lvl3pPr>
            <a:lvl4pPr marL="7680960" indent="0">
              <a:buNone/>
              <a:defRPr sz="8960" b="1"/>
            </a:lvl4pPr>
            <a:lvl5pPr marL="10239375" indent="0">
              <a:buNone/>
              <a:defRPr sz="8960" b="1"/>
            </a:lvl5pPr>
            <a:lvl6pPr marL="12799695" indent="0">
              <a:buNone/>
              <a:defRPr sz="8960" b="1"/>
            </a:lvl6pPr>
            <a:lvl7pPr marL="15360015" indent="0">
              <a:buNone/>
              <a:defRPr sz="8960" b="1"/>
            </a:lvl7pPr>
            <a:lvl8pPr marL="17921605" indent="0">
              <a:buNone/>
              <a:defRPr sz="8960" b="1"/>
            </a:lvl8pPr>
            <a:lvl9pPr marL="20481925" indent="0">
              <a:buNone/>
              <a:defRPr sz="896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526784" y="18703346"/>
            <a:ext cx="21660708" cy="27509805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25920850" y="12551869"/>
            <a:ext cx="21767382" cy="6151477"/>
          </a:xfrm>
        </p:spPr>
        <p:txBody>
          <a:bodyPr anchor="b"/>
          <a:lstStyle>
            <a:lvl1pPr marL="0" indent="0">
              <a:buNone/>
              <a:defRPr sz="13440" b="1"/>
            </a:lvl1pPr>
            <a:lvl2pPr marL="2560320" indent="0">
              <a:buNone/>
              <a:defRPr sz="11200" b="1"/>
            </a:lvl2pPr>
            <a:lvl3pPr marL="5120640" indent="0">
              <a:buNone/>
              <a:defRPr sz="10085" b="1"/>
            </a:lvl3pPr>
            <a:lvl4pPr marL="7680960" indent="0">
              <a:buNone/>
              <a:defRPr sz="8960" b="1"/>
            </a:lvl4pPr>
            <a:lvl5pPr marL="10239375" indent="0">
              <a:buNone/>
              <a:defRPr sz="8960" b="1"/>
            </a:lvl5pPr>
            <a:lvl6pPr marL="12799695" indent="0">
              <a:buNone/>
              <a:defRPr sz="8960" b="1"/>
            </a:lvl6pPr>
            <a:lvl7pPr marL="15360015" indent="0">
              <a:buNone/>
              <a:defRPr sz="8960" b="1"/>
            </a:lvl7pPr>
            <a:lvl8pPr marL="17921605" indent="0">
              <a:buNone/>
              <a:defRPr sz="8960" b="1"/>
            </a:lvl8pPr>
            <a:lvl9pPr marL="20481925" indent="0">
              <a:buNone/>
              <a:defRPr sz="896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25920850" y="18703346"/>
            <a:ext cx="21767382" cy="27509805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3413538"/>
            <a:ext cx="16513873" cy="11947385"/>
          </a:xfrm>
        </p:spPr>
        <p:txBody>
          <a:bodyPr anchor="b"/>
          <a:lstStyle>
            <a:lvl1pPr>
              <a:defRPr sz="1792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1767382" y="7372295"/>
            <a:ext cx="25920850" cy="36387372"/>
          </a:xfrm>
        </p:spPr>
        <p:txBody>
          <a:bodyPr/>
          <a:lstStyle>
            <a:lvl1pPr>
              <a:defRPr sz="17920"/>
            </a:lvl1pPr>
            <a:lvl2pPr>
              <a:defRPr sz="15680"/>
            </a:lvl2pPr>
            <a:lvl3pPr>
              <a:defRPr sz="13440"/>
            </a:lvl3pPr>
            <a:lvl4pPr>
              <a:defRPr sz="11200"/>
            </a:lvl4pPr>
            <a:lvl5pPr>
              <a:defRPr sz="11200"/>
            </a:lvl5pPr>
            <a:lvl6pPr>
              <a:defRPr sz="11200"/>
            </a:lvl6pPr>
            <a:lvl7pPr>
              <a:defRPr sz="11200"/>
            </a:lvl7pPr>
            <a:lvl8pPr>
              <a:defRPr sz="11200"/>
            </a:lvl8pPr>
            <a:lvl9pPr>
              <a:defRPr sz="112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526784" y="15360923"/>
            <a:ext cx="16513873" cy="28458010"/>
          </a:xfrm>
        </p:spPr>
        <p:txBody>
          <a:bodyPr/>
          <a:lstStyle>
            <a:lvl1pPr marL="0" indent="0">
              <a:buNone/>
              <a:defRPr sz="8960"/>
            </a:lvl1pPr>
            <a:lvl2pPr marL="2560320" indent="0">
              <a:buNone/>
              <a:defRPr sz="7845"/>
            </a:lvl2pPr>
            <a:lvl3pPr marL="5120640" indent="0">
              <a:buNone/>
              <a:defRPr sz="6720"/>
            </a:lvl3pPr>
            <a:lvl4pPr marL="7680960" indent="0">
              <a:buNone/>
              <a:defRPr sz="5605"/>
            </a:lvl4pPr>
            <a:lvl5pPr marL="10239375" indent="0">
              <a:buNone/>
              <a:defRPr sz="5605"/>
            </a:lvl5pPr>
            <a:lvl6pPr marL="12799695" indent="0">
              <a:buNone/>
              <a:defRPr sz="5605"/>
            </a:lvl6pPr>
            <a:lvl7pPr marL="15360015" indent="0">
              <a:buNone/>
              <a:defRPr sz="5605"/>
            </a:lvl7pPr>
            <a:lvl8pPr marL="17921605" indent="0">
              <a:buNone/>
              <a:defRPr sz="5605"/>
            </a:lvl8pPr>
            <a:lvl9pPr marL="20481925" indent="0">
              <a:buNone/>
              <a:defRPr sz="560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3413538"/>
            <a:ext cx="16513873" cy="11947385"/>
          </a:xfrm>
        </p:spPr>
        <p:txBody>
          <a:bodyPr anchor="b"/>
          <a:lstStyle>
            <a:lvl1pPr>
              <a:defRPr sz="1792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1767382" y="7372295"/>
            <a:ext cx="25920850" cy="36387372"/>
          </a:xfrm>
        </p:spPr>
        <p:txBody>
          <a:bodyPr/>
          <a:lstStyle>
            <a:lvl1pPr marL="0" indent="0">
              <a:buNone/>
              <a:defRPr sz="17920"/>
            </a:lvl1pPr>
            <a:lvl2pPr marL="2560320" indent="0">
              <a:buNone/>
              <a:defRPr sz="15680"/>
            </a:lvl2pPr>
            <a:lvl3pPr marL="5120640" indent="0">
              <a:buNone/>
              <a:defRPr sz="13440"/>
            </a:lvl3pPr>
            <a:lvl4pPr marL="7680960" indent="0">
              <a:buNone/>
              <a:defRPr sz="11200"/>
            </a:lvl4pPr>
            <a:lvl5pPr marL="10239375" indent="0">
              <a:buNone/>
              <a:defRPr sz="11200"/>
            </a:lvl5pPr>
            <a:lvl6pPr marL="12799695" indent="0">
              <a:buNone/>
              <a:defRPr sz="11200"/>
            </a:lvl6pPr>
            <a:lvl7pPr marL="15360015" indent="0">
              <a:buNone/>
              <a:defRPr sz="11200"/>
            </a:lvl7pPr>
            <a:lvl8pPr marL="17921605" indent="0">
              <a:buNone/>
              <a:defRPr sz="11200"/>
            </a:lvl8pPr>
            <a:lvl9pPr marL="20481925" indent="0">
              <a:buNone/>
              <a:defRPr sz="112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526784" y="15360923"/>
            <a:ext cx="16513873" cy="28458010"/>
          </a:xfrm>
        </p:spPr>
        <p:txBody>
          <a:bodyPr/>
          <a:lstStyle>
            <a:lvl1pPr marL="0" indent="0">
              <a:buNone/>
              <a:defRPr sz="8960"/>
            </a:lvl1pPr>
            <a:lvl2pPr marL="2560320" indent="0">
              <a:buNone/>
              <a:defRPr sz="7845"/>
            </a:lvl2pPr>
            <a:lvl3pPr marL="5120640" indent="0">
              <a:buNone/>
              <a:defRPr sz="6720"/>
            </a:lvl3pPr>
            <a:lvl4pPr marL="7680960" indent="0">
              <a:buNone/>
              <a:defRPr sz="5605"/>
            </a:lvl4pPr>
            <a:lvl5pPr marL="10239375" indent="0">
              <a:buNone/>
              <a:defRPr sz="5605"/>
            </a:lvl5pPr>
            <a:lvl6pPr marL="12799695" indent="0">
              <a:buNone/>
              <a:defRPr sz="5605"/>
            </a:lvl6pPr>
            <a:lvl7pPr marL="15360015" indent="0">
              <a:buNone/>
              <a:defRPr sz="5605"/>
            </a:lvl7pPr>
            <a:lvl8pPr marL="17921605" indent="0">
              <a:buNone/>
              <a:defRPr sz="5605"/>
            </a:lvl8pPr>
            <a:lvl9pPr marL="20481925" indent="0">
              <a:buNone/>
              <a:defRPr sz="560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36641201" y="2726090"/>
            <a:ext cx="11040362" cy="43392241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520115" y="2726090"/>
            <a:ext cx="32481065" cy="43392241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520115" y="2726090"/>
            <a:ext cx="44161447" cy="98968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520115" y="13630449"/>
            <a:ext cx="44161447" cy="324878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3520115" y="47457667"/>
            <a:ext cx="11520378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16960556" y="47457667"/>
            <a:ext cx="17280566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36161185" y="47457667"/>
            <a:ext cx="11520378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5120640" rtl="0" eaLnBrk="1" latinLnBrk="0" hangingPunct="1">
        <a:lnSpc>
          <a:spcPct val="90000"/>
        </a:lnSpc>
        <a:spcBef>
          <a:spcPct val="0"/>
        </a:spcBef>
        <a:buNone/>
        <a:defRPr sz="246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80795" indent="-1280795" algn="l" defTabSz="5120640" rtl="0" eaLnBrk="1" latinLnBrk="0" hangingPunct="1">
        <a:lnSpc>
          <a:spcPct val="90000"/>
        </a:lnSpc>
        <a:spcBef>
          <a:spcPts val="5610"/>
        </a:spcBef>
        <a:buFont typeface="Arial" panose="020B0604020202020204" pitchFamily="34" charset="0"/>
        <a:buChar char="•"/>
        <a:defRPr sz="15680" kern="1200">
          <a:solidFill>
            <a:schemeClr val="tx1"/>
          </a:solidFill>
          <a:latin typeface="+mn-lt"/>
          <a:ea typeface="+mn-ea"/>
          <a:cs typeface="+mn-cs"/>
        </a:defRPr>
      </a:lvl1pPr>
      <a:lvl2pPr marL="384111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2pPr>
      <a:lvl3pPr marL="640143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1200" kern="1200">
          <a:solidFill>
            <a:schemeClr val="tx1"/>
          </a:solidFill>
          <a:latin typeface="+mn-lt"/>
          <a:ea typeface="+mn-ea"/>
          <a:cs typeface="+mn-cs"/>
        </a:defRPr>
      </a:lvl3pPr>
      <a:lvl4pPr marL="896175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4pPr>
      <a:lvl5pPr marL="1152017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5pPr>
      <a:lvl6pPr marL="1408049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6pPr>
      <a:lvl7pPr marL="1664081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7pPr>
      <a:lvl8pPr marL="1920113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8pPr>
      <a:lvl9pPr marL="2176145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1pPr>
      <a:lvl2pPr marL="256032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2pPr>
      <a:lvl3pPr marL="512064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4pPr>
      <a:lvl5pPr marL="1023937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5pPr>
      <a:lvl6pPr marL="1279969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6pPr>
      <a:lvl7pPr marL="1536001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7pPr>
      <a:lvl8pPr marL="1792160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8pPr>
      <a:lvl9pPr marL="2048192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97" name="组合 196"/>
          <p:cNvGrpSpPr/>
          <p:nvPr/>
        </p:nvGrpSpPr>
        <p:grpSpPr>
          <a:xfrm>
            <a:off x="421640" y="772160"/>
            <a:ext cx="48879760" cy="19851370"/>
            <a:chOff x="664" y="1216"/>
            <a:chExt cx="76976" cy="31262"/>
          </a:xfrm>
        </p:grpSpPr>
        <p:grpSp>
          <p:nvGrpSpPr>
            <p:cNvPr id="95" name="组合 94"/>
            <p:cNvGrpSpPr/>
            <p:nvPr/>
          </p:nvGrpSpPr>
          <p:grpSpPr>
            <a:xfrm rot="0">
              <a:off x="664" y="1216"/>
              <a:ext cx="9665" cy="31262"/>
              <a:chOff x="1324" y="1027"/>
              <a:chExt cx="10668" cy="43150"/>
            </a:xfrm>
          </p:grpSpPr>
          <p:sp>
            <p:nvSpPr>
              <p:cNvPr id="48" name="矩形 47"/>
              <p:cNvSpPr/>
              <p:nvPr/>
            </p:nvSpPr>
            <p:spPr>
              <a:xfrm>
                <a:off x="1324" y="3516"/>
                <a:ext cx="10668" cy="4066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8" name="组合 7"/>
              <p:cNvGrpSpPr/>
              <p:nvPr/>
            </p:nvGrpSpPr>
            <p:grpSpPr>
              <a:xfrm rot="0">
                <a:off x="2519" y="4819"/>
                <a:ext cx="8190" cy="4137"/>
                <a:chOff x="431" y="349"/>
                <a:chExt cx="3918" cy="1789"/>
              </a:xfrm>
            </p:grpSpPr>
            <p:sp>
              <p:nvSpPr>
                <p:cNvPr id="4" name="矩形 3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" name="矩形 4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3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6" name="矩形 5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" name="矩形 6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0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9" name="组合 8"/>
              <p:cNvGrpSpPr/>
              <p:nvPr/>
            </p:nvGrpSpPr>
            <p:grpSpPr>
              <a:xfrm rot="0">
                <a:off x="2519" y="9752"/>
                <a:ext cx="8190" cy="4137"/>
                <a:chOff x="431" y="349"/>
                <a:chExt cx="3918" cy="1789"/>
              </a:xfrm>
            </p:grpSpPr>
            <p:sp>
              <p:nvSpPr>
                <p:cNvPr id="10" name="矩形 9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1" name="矩形 10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3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2" name="矩形 11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3" name="矩形 12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0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</p:grpSp>
          <p:grpSp>
            <p:nvGrpSpPr>
              <p:cNvPr id="14" name="组合 13"/>
              <p:cNvGrpSpPr/>
              <p:nvPr/>
            </p:nvGrpSpPr>
            <p:grpSpPr>
              <a:xfrm rot="0">
                <a:off x="2519" y="14684"/>
                <a:ext cx="8190" cy="4137"/>
                <a:chOff x="431" y="349"/>
                <a:chExt cx="3918" cy="1789"/>
              </a:xfrm>
            </p:grpSpPr>
            <p:sp>
              <p:nvSpPr>
                <p:cNvPr id="15" name="矩形 14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" name="矩形 15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3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" name="矩形 16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" name="矩形 17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0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 rot="0">
                <a:off x="2519" y="19617"/>
                <a:ext cx="8190" cy="4137"/>
                <a:chOff x="431" y="349"/>
                <a:chExt cx="3918" cy="1789"/>
              </a:xfrm>
            </p:grpSpPr>
            <p:sp>
              <p:nvSpPr>
                <p:cNvPr id="20" name="矩形 19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" name="矩形 20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3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" name="矩形 21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" name="矩形 22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0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24" name="组合 23"/>
              <p:cNvGrpSpPr/>
              <p:nvPr/>
            </p:nvGrpSpPr>
            <p:grpSpPr>
              <a:xfrm rot="0">
                <a:off x="2519" y="24550"/>
                <a:ext cx="8190" cy="4137"/>
                <a:chOff x="431" y="349"/>
                <a:chExt cx="3918" cy="1789"/>
              </a:xfrm>
            </p:grpSpPr>
            <p:sp>
              <p:nvSpPr>
                <p:cNvPr id="25" name="矩形 24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" name="矩形 25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3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" name="矩形 26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" name="矩形 27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0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29" name="组合 28"/>
              <p:cNvGrpSpPr/>
              <p:nvPr/>
            </p:nvGrpSpPr>
            <p:grpSpPr>
              <a:xfrm rot="0">
                <a:off x="2519" y="29483"/>
                <a:ext cx="8190" cy="4137"/>
                <a:chOff x="431" y="349"/>
                <a:chExt cx="3918" cy="1789"/>
              </a:xfrm>
            </p:grpSpPr>
            <p:sp>
              <p:nvSpPr>
                <p:cNvPr id="30" name="矩形 29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1" name="矩形 30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3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2" name="矩形 31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" name="矩形 32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0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34" name="组合 33"/>
              <p:cNvGrpSpPr/>
              <p:nvPr/>
            </p:nvGrpSpPr>
            <p:grpSpPr>
              <a:xfrm rot="0">
                <a:off x="2519" y="34416"/>
                <a:ext cx="8190" cy="4137"/>
                <a:chOff x="431" y="349"/>
                <a:chExt cx="3918" cy="1789"/>
              </a:xfrm>
            </p:grpSpPr>
            <p:sp>
              <p:nvSpPr>
                <p:cNvPr id="35" name="矩形 34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6" name="矩形 35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3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37" name="矩形 36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8" name="矩形 37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0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39" name="组合 38"/>
              <p:cNvGrpSpPr/>
              <p:nvPr/>
            </p:nvGrpSpPr>
            <p:grpSpPr>
              <a:xfrm rot="0">
                <a:off x="2519" y="39349"/>
                <a:ext cx="8190" cy="4137"/>
                <a:chOff x="431" y="349"/>
                <a:chExt cx="3918" cy="1789"/>
              </a:xfrm>
            </p:grpSpPr>
            <p:sp>
              <p:nvSpPr>
                <p:cNvPr id="40" name="矩形 39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1" name="矩形 40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3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42" name="矩形 41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3" name="矩形 42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0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</p:grpSp>
          <p:sp>
            <p:nvSpPr>
              <p:cNvPr id="47" name="文本框 46"/>
              <p:cNvSpPr txBox="1"/>
              <p:nvPr/>
            </p:nvSpPr>
            <p:spPr>
              <a:xfrm>
                <a:off x="1324" y="1027"/>
                <a:ext cx="10668" cy="2872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en-US" altLang="zh-CN" sz="720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16</a:t>
                </a:r>
                <a:r>
                  <a:rPr lang="zh-CN" altLang="en-US" sz="720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进</a:t>
                </a:r>
                <a:r>
                  <a:rPr lang="en-US" altLang="zh-CN" sz="720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8</a:t>
                </a:r>
                <a:r>
                  <a:rPr lang="zh-CN" altLang="en-US" sz="720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淘汰赛</a:t>
                </a:r>
                <a:endPara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</p:grpSp>
        <p:grpSp>
          <p:nvGrpSpPr>
            <p:cNvPr id="99" name="组合 98"/>
            <p:cNvGrpSpPr/>
            <p:nvPr/>
          </p:nvGrpSpPr>
          <p:grpSpPr>
            <a:xfrm rot="0">
              <a:off x="10834" y="1217"/>
              <a:ext cx="41839" cy="31261"/>
              <a:chOff x="14110" y="1022"/>
              <a:chExt cx="41334" cy="43538"/>
            </a:xfrm>
          </p:grpSpPr>
          <p:sp>
            <p:nvSpPr>
              <p:cNvPr id="98" name="矩形 97"/>
              <p:cNvSpPr/>
              <p:nvPr/>
            </p:nvSpPr>
            <p:spPr>
              <a:xfrm>
                <a:off x="14110" y="3899"/>
                <a:ext cx="41334" cy="4066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14110" y="1022"/>
                <a:ext cx="41334" cy="2877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en-US" altLang="zh-CN" sz="720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8</a:t>
                </a:r>
                <a:r>
                  <a:rPr lang="zh-CN" altLang="en-US" sz="720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进</a:t>
                </a:r>
                <a:r>
                  <a:rPr lang="en-US" altLang="zh-CN" sz="720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4</a:t>
                </a:r>
                <a:r>
                  <a:rPr lang="zh-CN" altLang="en-US" sz="720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淘汰赛</a:t>
                </a:r>
                <a:endPara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</p:grpSp>
        <p:grpSp>
          <p:nvGrpSpPr>
            <p:cNvPr id="94" name="组合 93"/>
            <p:cNvGrpSpPr/>
            <p:nvPr/>
          </p:nvGrpSpPr>
          <p:grpSpPr>
            <a:xfrm rot="0">
              <a:off x="11205" y="8624"/>
              <a:ext cx="9665" cy="16941"/>
              <a:chOff x="14574" y="6066"/>
              <a:chExt cx="10668" cy="23384"/>
            </a:xfrm>
          </p:grpSpPr>
          <p:sp>
            <p:nvSpPr>
              <p:cNvPr id="2" name="文本框 1"/>
              <p:cNvSpPr txBox="1"/>
              <p:nvPr/>
            </p:nvSpPr>
            <p:spPr>
              <a:xfrm>
                <a:off x="14574" y="6066"/>
                <a:ext cx="10668" cy="2186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第一轮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(0-0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分组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)</a:t>
                </a:r>
                <a:endPara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3" name="矩形 2"/>
              <p:cNvSpPr/>
              <p:nvPr/>
            </p:nvSpPr>
            <p:spPr>
              <a:xfrm>
                <a:off x="14574" y="8252"/>
                <a:ext cx="10668" cy="2119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50" name="组合 49"/>
              <p:cNvGrpSpPr/>
              <p:nvPr/>
            </p:nvGrpSpPr>
            <p:grpSpPr>
              <a:xfrm rot="0">
                <a:off x="15813" y="9048"/>
                <a:ext cx="8190" cy="4137"/>
                <a:chOff x="431" y="349"/>
                <a:chExt cx="3918" cy="1789"/>
              </a:xfrm>
            </p:grpSpPr>
            <p:sp>
              <p:nvSpPr>
                <p:cNvPr id="51" name="矩形 50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2" name="矩形 51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3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53" name="矩形 52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4" name="矩形 53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0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55" name="组合 54"/>
              <p:cNvGrpSpPr/>
              <p:nvPr/>
            </p:nvGrpSpPr>
            <p:grpSpPr>
              <a:xfrm rot="0">
                <a:off x="15813" y="13980"/>
                <a:ext cx="8190" cy="4137"/>
                <a:chOff x="431" y="349"/>
                <a:chExt cx="3918" cy="1789"/>
              </a:xfrm>
            </p:grpSpPr>
            <p:sp>
              <p:nvSpPr>
                <p:cNvPr id="56" name="矩形 55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7" name="矩形 56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3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58" name="矩形 57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9" name="矩形 58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0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60" name="组合 59"/>
              <p:cNvGrpSpPr/>
              <p:nvPr/>
            </p:nvGrpSpPr>
            <p:grpSpPr>
              <a:xfrm rot="0">
                <a:off x="15813" y="18910"/>
                <a:ext cx="8190" cy="4137"/>
                <a:chOff x="431" y="349"/>
                <a:chExt cx="3918" cy="1789"/>
              </a:xfrm>
            </p:grpSpPr>
            <p:sp>
              <p:nvSpPr>
                <p:cNvPr id="61" name="矩形 60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2" name="矩形 61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3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63" name="矩形 62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4" name="矩形 63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0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65" name="组合 64"/>
              <p:cNvGrpSpPr/>
              <p:nvPr/>
            </p:nvGrpSpPr>
            <p:grpSpPr>
              <a:xfrm rot="0">
                <a:off x="15813" y="24155"/>
                <a:ext cx="8190" cy="4137"/>
                <a:chOff x="431" y="349"/>
                <a:chExt cx="3918" cy="1789"/>
              </a:xfrm>
            </p:grpSpPr>
            <p:sp>
              <p:nvSpPr>
                <p:cNvPr id="66" name="矩形 65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7" name="矩形 66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3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68" name="矩形 67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9" name="矩形 68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0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101" name="组合 100"/>
            <p:cNvGrpSpPr/>
            <p:nvPr/>
          </p:nvGrpSpPr>
          <p:grpSpPr>
            <a:xfrm rot="0">
              <a:off x="21560" y="7951"/>
              <a:ext cx="9665" cy="9221"/>
              <a:chOff x="29092" y="4819"/>
              <a:chExt cx="10668" cy="12728"/>
            </a:xfrm>
          </p:grpSpPr>
          <p:sp>
            <p:nvSpPr>
              <p:cNvPr id="70" name="文本框 69"/>
              <p:cNvSpPr txBox="1"/>
              <p:nvPr/>
            </p:nvSpPr>
            <p:spPr>
              <a:xfrm>
                <a:off x="29092" y="4819"/>
                <a:ext cx="10668" cy="2186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第二轮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(1-0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分组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)</a:t>
                </a:r>
                <a:endPara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71" name="矩形 70"/>
              <p:cNvSpPr/>
              <p:nvPr/>
            </p:nvSpPr>
            <p:spPr>
              <a:xfrm>
                <a:off x="29092" y="7005"/>
                <a:ext cx="10668" cy="1054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72" name="组合 71"/>
              <p:cNvGrpSpPr/>
              <p:nvPr/>
            </p:nvGrpSpPr>
            <p:grpSpPr>
              <a:xfrm rot="0">
                <a:off x="30331" y="7682"/>
                <a:ext cx="8190" cy="4137"/>
                <a:chOff x="431" y="349"/>
                <a:chExt cx="3918" cy="1789"/>
              </a:xfrm>
            </p:grpSpPr>
            <p:sp>
              <p:nvSpPr>
                <p:cNvPr id="73" name="矩形 72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4" name="矩形 73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3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75" name="矩形 74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6" name="矩形 75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0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77" name="组合 76"/>
              <p:cNvGrpSpPr/>
              <p:nvPr/>
            </p:nvGrpSpPr>
            <p:grpSpPr>
              <a:xfrm rot="0">
                <a:off x="30333" y="12617"/>
                <a:ext cx="8190" cy="4137"/>
                <a:chOff x="431" y="349"/>
                <a:chExt cx="3918" cy="1789"/>
              </a:xfrm>
            </p:grpSpPr>
            <p:sp>
              <p:nvSpPr>
                <p:cNvPr id="78" name="矩形 77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9" name="矩形 78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3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80" name="矩形 79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1" name="矩形 80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0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100" name="组合 99"/>
            <p:cNvGrpSpPr/>
            <p:nvPr/>
          </p:nvGrpSpPr>
          <p:grpSpPr>
            <a:xfrm rot="0">
              <a:off x="21560" y="17557"/>
              <a:ext cx="9665" cy="9221"/>
              <a:chOff x="26358" y="25111"/>
              <a:chExt cx="10668" cy="12728"/>
            </a:xfrm>
          </p:grpSpPr>
          <p:sp>
            <p:nvSpPr>
              <p:cNvPr id="82" name="文本框 81"/>
              <p:cNvSpPr txBox="1"/>
              <p:nvPr/>
            </p:nvSpPr>
            <p:spPr>
              <a:xfrm>
                <a:off x="26358" y="25111"/>
                <a:ext cx="10668" cy="2186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第二轮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(0-1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分组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)</a:t>
                </a:r>
                <a:endPara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83" name="矩形 82"/>
              <p:cNvSpPr/>
              <p:nvPr/>
            </p:nvSpPr>
            <p:spPr>
              <a:xfrm>
                <a:off x="26358" y="27297"/>
                <a:ext cx="10668" cy="1054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84" name="组合 83"/>
              <p:cNvGrpSpPr/>
              <p:nvPr/>
            </p:nvGrpSpPr>
            <p:grpSpPr>
              <a:xfrm rot="0">
                <a:off x="27597" y="27974"/>
                <a:ext cx="8190" cy="4137"/>
                <a:chOff x="431" y="349"/>
                <a:chExt cx="3918" cy="1789"/>
              </a:xfrm>
            </p:grpSpPr>
            <p:sp>
              <p:nvSpPr>
                <p:cNvPr id="85" name="矩形 84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6" name="矩形 85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3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87" name="矩形 86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8" name="矩形 87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0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89" name="组合 88"/>
              <p:cNvGrpSpPr/>
              <p:nvPr/>
            </p:nvGrpSpPr>
            <p:grpSpPr>
              <a:xfrm rot="0">
                <a:off x="27599" y="32909"/>
                <a:ext cx="8190" cy="4137"/>
                <a:chOff x="431" y="349"/>
                <a:chExt cx="3918" cy="1789"/>
              </a:xfrm>
            </p:grpSpPr>
            <p:sp>
              <p:nvSpPr>
                <p:cNvPr id="90" name="矩形 89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91" name="矩形 90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3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92" name="矩形 91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93" name="矩形 92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0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122" name="组合 121"/>
            <p:cNvGrpSpPr/>
            <p:nvPr/>
          </p:nvGrpSpPr>
          <p:grpSpPr>
            <a:xfrm rot="0">
              <a:off x="32284" y="6368"/>
              <a:ext cx="9665" cy="5829"/>
              <a:chOff x="37786" y="4819"/>
              <a:chExt cx="10668" cy="8046"/>
            </a:xfrm>
          </p:grpSpPr>
          <p:sp>
            <p:nvSpPr>
              <p:cNvPr id="103" name="文本框 102"/>
              <p:cNvSpPr txBox="1"/>
              <p:nvPr/>
            </p:nvSpPr>
            <p:spPr>
              <a:xfrm>
                <a:off x="37786" y="4819"/>
                <a:ext cx="10668" cy="2186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2-0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晋级队伍</a:t>
                </a:r>
                <a:endPara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104" name="矩形 103"/>
              <p:cNvSpPr/>
              <p:nvPr/>
            </p:nvSpPr>
            <p:spPr>
              <a:xfrm>
                <a:off x="37786" y="7005"/>
                <a:ext cx="10668" cy="586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105" name="组合 104"/>
              <p:cNvGrpSpPr/>
              <p:nvPr/>
            </p:nvGrpSpPr>
            <p:grpSpPr>
              <a:xfrm rot="0">
                <a:off x="38774" y="7682"/>
                <a:ext cx="8692" cy="4139"/>
                <a:chOff x="431" y="349"/>
                <a:chExt cx="3202" cy="1790"/>
              </a:xfrm>
            </p:grpSpPr>
            <p:sp>
              <p:nvSpPr>
                <p:cNvPr id="106" name="矩形 105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08" name="矩形 107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123" name="组合 122"/>
            <p:cNvGrpSpPr/>
            <p:nvPr/>
          </p:nvGrpSpPr>
          <p:grpSpPr>
            <a:xfrm rot="0">
              <a:off x="32284" y="22168"/>
              <a:ext cx="9665" cy="5829"/>
              <a:chOff x="37786" y="31302"/>
              <a:chExt cx="10668" cy="8046"/>
            </a:xfrm>
          </p:grpSpPr>
          <p:sp>
            <p:nvSpPr>
              <p:cNvPr id="117" name="文本框 116"/>
              <p:cNvSpPr txBox="1"/>
              <p:nvPr/>
            </p:nvSpPr>
            <p:spPr>
              <a:xfrm>
                <a:off x="37786" y="31302"/>
                <a:ext cx="10668" cy="2186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0-2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淘汰队伍</a:t>
                </a:r>
                <a:endPara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118" name="矩形 117"/>
              <p:cNvSpPr/>
              <p:nvPr/>
            </p:nvSpPr>
            <p:spPr>
              <a:xfrm>
                <a:off x="37786" y="33488"/>
                <a:ext cx="10668" cy="586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119" name="组合 118"/>
              <p:cNvGrpSpPr/>
              <p:nvPr/>
            </p:nvGrpSpPr>
            <p:grpSpPr>
              <a:xfrm rot="0">
                <a:off x="38774" y="34165"/>
                <a:ext cx="8692" cy="4139"/>
                <a:chOff x="431" y="349"/>
                <a:chExt cx="3202" cy="1790"/>
              </a:xfrm>
            </p:grpSpPr>
            <p:sp>
              <p:nvSpPr>
                <p:cNvPr id="120" name="矩形 119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solidFill>
                  <a:schemeClr val="bg1">
                    <a:lumMod val="75000"/>
                  </a:schemeClr>
                </a:solidFill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21" name="矩形 120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solidFill>
                  <a:schemeClr val="bg1">
                    <a:lumMod val="75000"/>
                  </a:schemeClr>
                </a:solidFill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124" name="组合 123"/>
            <p:cNvGrpSpPr/>
            <p:nvPr/>
          </p:nvGrpSpPr>
          <p:grpSpPr>
            <a:xfrm rot="0">
              <a:off x="32284" y="12484"/>
              <a:ext cx="9665" cy="9221"/>
              <a:chOff x="26358" y="25111"/>
              <a:chExt cx="10668" cy="12728"/>
            </a:xfrm>
          </p:grpSpPr>
          <p:sp>
            <p:nvSpPr>
              <p:cNvPr id="125" name="文本框 124"/>
              <p:cNvSpPr txBox="1"/>
              <p:nvPr/>
            </p:nvSpPr>
            <p:spPr>
              <a:xfrm>
                <a:off x="26358" y="25111"/>
                <a:ext cx="10668" cy="2186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第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三轮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(1-1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分组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)</a:t>
                </a:r>
                <a:endPara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126" name="矩形 125"/>
              <p:cNvSpPr/>
              <p:nvPr/>
            </p:nvSpPr>
            <p:spPr>
              <a:xfrm>
                <a:off x="26358" y="27297"/>
                <a:ext cx="10668" cy="1054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127" name="组合 126"/>
              <p:cNvGrpSpPr/>
              <p:nvPr/>
            </p:nvGrpSpPr>
            <p:grpSpPr>
              <a:xfrm rot="0">
                <a:off x="27597" y="27974"/>
                <a:ext cx="8190" cy="4137"/>
                <a:chOff x="431" y="349"/>
                <a:chExt cx="3918" cy="1789"/>
              </a:xfrm>
            </p:grpSpPr>
            <p:sp>
              <p:nvSpPr>
                <p:cNvPr id="128" name="矩形 127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29" name="矩形 128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3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130" name="矩形 129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31" name="矩形 130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0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132" name="组合 131"/>
              <p:cNvGrpSpPr/>
              <p:nvPr/>
            </p:nvGrpSpPr>
            <p:grpSpPr>
              <a:xfrm rot="0">
                <a:off x="27599" y="32909"/>
                <a:ext cx="8190" cy="4137"/>
                <a:chOff x="431" y="349"/>
                <a:chExt cx="3918" cy="1789"/>
              </a:xfrm>
            </p:grpSpPr>
            <p:sp>
              <p:nvSpPr>
                <p:cNvPr id="133" name="矩形 132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34" name="矩形 133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3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135" name="矩形 134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36" name="矩形 135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0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137" name="组合 136"/>
            <p:cNvGrpSpPr/>
            <p:nvPr/>
          </p:nvGrpSpPr>
          <p:grpSpPr>
            <a:xfrm rot="0">
              <a:off x="42576" y="14358"/>
              <a:ext cx="9665" cy="5829"/>
              <a:chOff x="37786" y="4819"/>
              <a:chExt cx="10668" cy="8046"/>
            </a:xfrm>
          </p:grpSpPr>
          <p:sp>
            <p:nvSpPr>
              <p:cNvPr id="138" name="文本框 137"/>
              <p:cNvSpPr txBox="1"/>
              <p:nvPr/>
            </p:nvSpPr>
            <p:spPr>
              <a:xfrm>
                <a:off x="37786" y="4819"/>
                <a:ext cx="10668" cy="2186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2-1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晋级队伍</a:t>
                </a:r>
                <a:endPara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139" name="矩形 138"/>
              <p:cNvSpPr/>
              <p:nvPr/>
            </p:nvSpPr>
            <p:spPr>
              <a:xfrm>
                <a:off x="37786" y="7005"/>
                <a:ext cx="10668" cy="586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140" name="组合 139"/>
              <p:cNvGrpSpPr/>
              <p:nvPr/>
            </p:nvGrpSpPr>
            <p:grpSpPr>
              <a:xfrm rot="0">
                <a:off x="38774" y="7682"/>
                <a:ext cx="8692" cy="4139"/>
                <a:chOff x="431" y="349"/>
                <a:chExt cx="3202" cy="1790"/>
              </a:xfrm>
            </p:grpSpPr>
            <p:sp>
              <p:nvSpPr>
                <p:cNvPr id="141" name="矩形 140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42" name="矩形 141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143" name="组合 142"/>
            <p:cNvGrpSpPr/>
            <p:nvPr/>
          </p:nvGrpSpPr>
          <p:grpSpPr>
            <a:xfrm rot="0">
              <a:off x="53252" y="1216"/>
              <a:ext cx="24389" cy="31261"/>
              <a:chOff x="14110" y="1022"/>
              <a:chExt cx="41334" cy="43538"/>
            </a:xfrm>
          </p:grpSpPr>
          <p:sp>
            <p:nvSpPr>
              <p:cNvPr id="144" name="矩形 143"/>
              <p:cNvSpPr/>
              <p:nvPr/>
            </p:nvSpPr>
            <p:spPr>
              <a:xfrm>
                <a:off x="14110" y="3899"/>
                <a:ext cx="41334" cy="4066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sp>
            <p:nvSpPr>
              <p:cNvPr id="145" name="文本框 144"/>
              <p:cNvSpPr txBox="1"/>
              <p:nvPr/>
            </p:nvSpPr>
            <p:spPr>
              <a:xfrm>
                <a:off x="14110" y="1022"/>
                <a:ext cx="41334" cy="2877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en-US" sz="720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4</a:t>
                </a:r>
                <a:r>
                  <a:rPr lang="zh-CN" altLang="en-US" sz="720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强淘汰赛</a:t>
                </a:r>
                <a:endPara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</p:grpSp>
        <p:sp>
          <p:nvSpPr>
            <p:cNvPr id="148" name="文本框 147"/>
            <p:cNvSpPr txBox="1"/>
            <p:nvPr/>
          </p:nvSpPr>
          <p:spPr>
            <a:xfrm>
              <a:off x="54465" y="11027"/>
              <a:ext cx="9665" cy="158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一轮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(1-0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分组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)</a:t>
              </a:r>
              <a:endPara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49" name="矩形 148"/>
            <p:cNvSpPr/>
            <p:nvPr/>
          </p:nvSpPr>
          <p:spPr>
            <a:xfrm>
              <a:off x="54465" y="12611"/>
              <a:ext cx="9665" cy="3988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150" name="组合 149"/>
            <p:cNvGrpSpPr/>
            <p:nvPr/>
          </p:nvGrpSpPr>
          <p:grpSpPr>
            <a:xfrm rot="0">
              <a:off x="55588" y="13102"/>
              <a:ext cx="7420" cy="2997"/>
              <a:chOff x="431" y="349"/>
              <a:chExt cx="3918" cy="1789"/>
            </a:xfrm>
          </p:grpSpPr>
          <p:sp>
            <p:nvSpPr>
              <p:cNvPr id="151" name="矩形 150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52" name="矩形 151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3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153" name="矩形 152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矩形 153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0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70" name="组合 169"/>
            <p:cNvGrpSpPr/>
            <p:nvPr/>
          </p:nvGrpSpPr>
          <p:grpSpPr>
            <a:xfrm>
              <a:off x="54465" y="17173"/>
              <a:ext cx="9664" cy="5572"/>
              <a:chOff x="53765" y="17173"/>
              <a:chExt cx="9664" cy="5572"/>
            </a:xfrm>
          </p:grpSpPr>
          <p:sp>
            <p:nvSpPr>
              <p:cNvPr id="160" name="文本框 159"/>
              <p:cNvSpPr txBox="1"/>
              <p:nvPr/>
            </p:nvSpPr>
            <p:spPr>
              <a:xfrm>
                <a:off x="53765" y="17173"/>
                <a:ext cx="9665" cy="1584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第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一轮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(0-1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分组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)</a:t>
                </a:r>
                <a:endPara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161" name="矩形 160"/>
              <p:cNvSpPr/>
              <p:nvPr/>
            </p:nvSpPr>
            <p:spPr>
              <a:xfrm>
                <a:off x="53765" y="18757"/>
                <a:ext cx="9665" cy="398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162" name="组合 161"/>
              <p:cNvGrpSpPr/>
              <p:nvPr/>
            </p:nvGrpSpPr>
            <p:grpSpPr>
              <a:xfrm rot="0">
                <a:off x="54888" y="19247"/>
                <a:ext cx="7420" cy="2997"/>
                <a:chOff x="431" y="349"/>
                <a:chExt cx="3918" cy="1789"/>
              </a:xfrm>
            </p:grpSpPr>
            <p:sp>
              <p:nvSpPr>
                <p:cNvPr id="163" name="矩形 162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4" name="矩形 163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3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165" name="矩形 164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(</a:t>
                  </a:r>
                  <a:r>
                    <a:rPr lang="zh-CN" altLang="en-US" sz="4550" b="1">
                      <a:solidFill>
                        <a:schemeClr val="tx1"/>
                      </a:solidFill>
                    </a:rPr>
                    <a:t>殿军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)</a:t>
                  </a:r>
                  <a:endParaRPr lang="zh-CN" alt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6" name="矩形 165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0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171" name="组合 170"/>
            <p:cNvGrpSpPr/>
            <p:nvPr/>
          </p:nvGrpSpPr>
          <p:grpSpPr>
            <a:xfrm>
              <a:off x="65208" y="17173"/>
              <a:ext cx="11466" cy="5572"/>
              <a:chOff x="53765" y="17173"/>
              <a:chExt cx="9664" cy="5572"/>
            </a:xfrm>
          </p:grpSpPr>
          <p:sp>
            <p:nvSpPr>
              <p:cNvPr id="172" name="文本框 171"/>
              <p:cNvSpPr txBox="1"/>
              <p:nvPr/>
            </p:nvSpPr>
            <p:spPr>
              <a:xfrm>
                <a:off x="53765" y="17173"/>
                <a:ext cx="9665" cy="1584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第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二轮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(1-1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分组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)</a:t>
                </a:r>
                <a:endPara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173" name="矩形 172"/>
              <p:cNvSpPr/>
              <p:nvPr/>
            </p:nvSpPr>
            <p:spPr>
              <a:xfrm>
                <a:off x="53765" y="18757"/>
                <a:ext cx="9665" cy="3988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174" name="组合 173"/>
              <p:cNvGrpSpPr/>
              <p:nvPr/>
            </p:nvGrpSpPr>
            <p:grpSpPr>
              <a:xfrm rot="0">
                <a:off x="54888" y="19247"/>
                <a:ext cx="7420" cy="2997"/>
                <a:chOff x="431" y="349"/>
                <a:chExt cx="3918" cy="1789"/>
              </a:xfrm>
            </p:grpSpPr>
            <p:sp>
              <p:nvSpPr>
                <p:cNvPr id="175" name="矩形 174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zh-CN" alt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6" name="矩形 175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3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177" name="矩形 176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  <a:sym typeface="+mn-ea"/>
                    </a:rPr>
                    <a:t>待定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(</a:t>
                  </a:r>
                  <a:r>
                    <a:rPr lang="zh-CN" altLang="en-US" sz="4550" b="1">
                      <a:solidFill>
                        <a:schemeClr val="tx1"/>
                      </a:solidFill>
                    </a:rPr>
                    <a:t>季军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)</a:t>
                  </a:r>
                  <a:r>
                    <a:rPr lang="zh-CN" altLang="en-US" sz="4550" b="1">
                      <a:solidFill>
                        <a:schemeClr val="accent1"/>
                      </a:solidFill>
                    </a:rPr>
                    <a:t>🥉</a:t>
                  </a:r>
                  <a:endParaRPr lang="zh-CN" altLang="en-US" sz="4550" b="1">
                    <a:solidFill>
                      <a:schemeClr val="accent1"/>
                    </a:solidFill>
                  </a:endParaRPr>
                </a:p>
              </p:txBody>
            </p:sp>
            <p:sp>
              <p:nvSpPr>
                <p:cNvPr id="178" name="矩形 177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0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189" name="组合 188"/>
            <p:cNvGrpSpPr/>
            <p:nvPr/>
          </p:nvGrpSpPr>
          <p:grpSpPr>
            <a:xfrm>
              <a:off x="65209" y="11027"/>
              <a:ext cx="11463" cy="5572"/>
              <a:chOff x="53765" y="17173"/>
              <a:chExt cx="9664" cy="5572"/>
            </a:xfrm>
          </p:grpSpPr>
          <p:sp>
            <p:nvSpPr>
              <p:cNvPr id="190" name="文本框 189"/>
              <p:cNvSpPr txBox="1"/>
              <p:nvPr/>
            </p:nvSpPr>
            <p:spPr>
              <a:xfrm>
                <a:off x="53765" y="17173"/>
                <a:ext cx="9665" cy="1584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总决赛</a:t>
                </a:r>
                <a:endPara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191" name="矩形 190"/>
              <p:cNvSpPr/>
              <p:nvPr/>
            </p:nvSpPr>
            <p:spPr>
              <a:xfrm>
                <a:off x="53765" y="18757"/>
                <a:ext cx="9665" cy="3988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192" name="组合 191"/>
              <p:cNvGrpSpPr/>
              <p:nvPr/>
            </p:nvGrpSpPr>
            <p:grpSpPr>
              <a:xfrm rot="0">
                <a:off x="54888" y="19247"/>
                <a:ext cx="7420" cy="2997"/>
                <a:chOff x="431" y="349"/>
                <a:chExt cx="3918" cy="1789"/>
              </a:xfrm>
            </p:grpSpPr>
            <p:sp>
              <p:nvSpPr>
                <p:cNvPr id="193" name="矩形 192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  <a:sym typeface="+mn-ea"/>
                    </a:rPr>
                    <a:t>待定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(</a:t>
                  </a:r>
                  <a:r>
                    <a:rPr lang="zh-CN" altLang="en-US" sz="4550" b="1">
                      <a:solidFill>
                        <a:schemeClr val="tx1"/>
                      </a:solidFill>
                    </a:rPr>
                    <a:t>冠军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)</a:t>
                  </a:r>
                  <a:r>
                    <a:rPr lang="zh-CN" altLang="en-US" sz="4550" b="1">
                      <a:solidFill>
                        <a:schemeClr val="tx1"/>
                      </a:solidFill>
                    </a:rPr>
                    <a:t>🏆</a:t>
                  </a:r>
                  <a:endParaRPr lang="zh-CN" alt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4" name="矩形 193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3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195" name="矩形 194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  <a:sym typeface="+mn-ea"/>
                    </a:rPr>
                    <a:t>待定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(</a:t>
                  </a:r>
                  <a:r>
                    <a:rPr lang="zh-CN" altLang="en-US" sz="4550" b="1">
                      <a:solidFill>
                        <a:schemeClr val="tx1"/>
                      </a:solidFill>
                    </a:rPr>
                    <a:t>亚军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)</a:t>
                  </a:r>
                  <a:r>
                    <a:rPr lang="zh-CN" altLang="en-US" sz="4550" b="1">
                      <a:solidFill>
                        <a:schemeClr val="accent1"/>
                      </a:solidFill>
                    </a:rPr>
                    <a:t>🥈</a:t>
                  </a:r>
                  <a:endParaRPr lang="zh-CN" altLang="en-US" sz="4550" b="1">
                    <a:solidFill>
                      <a:schemeClr val="accent1"/>
                    </a:solidFill>
                  </a:endParaRPr>
                </a:p>
              </p:txBody>
            </p:sp>
            <p:sp>
              <p:nvSpPr>
                <p:cNvPr id="196" name="矩形 195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0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278</Words>
  <Application>WPS 演示</Application>
  <PresentationFormat>宽屏</PresentationFormat>
  <Paragraphs>216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Arial</vt:lpstr>
      <vt:lpstr>宋体</vt:lpstr>
      <vt:lpstr>Wingdings</vt:lpstr>
      <vt:lpstr>微软雅黑</vt:lpstr>
      <vt:lpstr>Calibri</vt:lpstr>
      <vt:lpstr>Arial Unicode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Chadiy</cp:lastModifiedBy>
  <cp:revision>19</cp:revision>
  <dcterms:created xsi:type="dcterms:W3CDTF">2023-08-09T12:44:00Z</dcterms:created>
  <dcterms:modified xsi:type="dcterms:W3CDTF">2026-03-25T17:38:29Z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2052-12.1.0.24657</vt:lpwstr>
  </property>
  <property fmtid="{D5CDD505-2E9C-101B-9397-08002B2CF9AE}" pid="3" name="ICV">
    <vt:lpwstr>EC36D588B10B4BAFB362F4820491652F_12</vt:lpwstr>
  </property>
</Properties>
</file>